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1"/>
  </p:notesMasterIdLst>
  <p:sldIdLst>
    <p:sldId id="274" r:id="rId5"/>
    <p:sldId id="307" r:id="rId6"/>
    <p:sldId id="316" r:id="rId7"/>
    <p:sldId id="308" r:id="rId8"/>
    <p:sldId id="309" r:id="rId9"/>
    <p:sldId id="317" r:id="rId10"/>
    <p:sldId id="310" r:id="rId11"/>
    <p:sldId id="311" r:id="rId12"/>
    <p:sldId id="312" r:id="rId13"/>
    <p:sldId id="318" r:id="rId14"/>
    <p:sldId id="319" r:id="rId15"/>
    <p:sldId id="320" r:id="rId16"/>
    <p:sldId id="321" r:id="rId17"/>
    <p:sldId id="313" r:id="rId18"/>
    <p:sldId id="314" r:id="rId19"/>
    <p:sldId id="31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19" autoAdjust="0"/>
  </p:normalViewPr>
  <p:slideViewPr>
    <p:cSldViewPr snapToGrid="0">
      <p:cViewPr varScale="1">
        <p:scale>
          <a:sx n="74" d="100"/>
          <a:sy n="74" d="100"/>
        </p:scale>
        <p:origin x="2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303C91-3572-4F5A-ADD9-4B17192FE52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A0A443C4-617E-48B4-BB31-133B5065FEFE}">
      <dgm:prSet phldrT="[Text]" custT="1">
        <dgm:style>
          <a:lnRef idx="3">
            <a:schemeClr val="lt1"/>
          </a:lnRef>
          <a:fillRef idx="1">
            <a:schemeClr val="accent5"/>
          </a:fillRef>
          <a:effectRef idx="1">
            <a:schemeClr val="accent5"/>
          </a:effectRef>
          <a:fontRef idx="minor">
            <a:schemeClr val="lt1"/>
          </a:fontRef>
        </dgm:style>
      </dgm:prSet>
      <dgm:spPr/>
      <dgm:t>
        <a:bodyPr/>
        <a:lstStyle/>
        <a:p>
          <a:r>
            <a:rPr lang="en-IN" sz="1900" b="1" dirty="0"/>
            <a:t>Browser</a:t>
          </a:r>
        </a:p>
        <a:p>
          <a:r>
            <a:rPr lang="en-IN" sz="1900" i="1" dirty="0"/>
            <a:t> User Interface</a:t>
          </a:r>
        </a:p>
      </dgm:t>
    </dgm:pt>
    <dgm:pt modelId="{CA78A2DD-2A80-44C2-9F00-3A6F1DA385F7}" type="parTrans" cxnId="{8D4739EC-CA29-4573-AC43-5C007C405451}">
      <dgm:prSet/>
      <dgm:spPr/>
      <dgm:t>
        <a:bodyPr/>
        <a:lstStyle/>
        <a:p>
          <a:endParaRPr lang="en-IN"/>
        </a:p>
      </dgm:t>
    </dgm:pt>
    <dgm:pt modelId="{7CD73E74-10F6-462D-8E29-C40433048104}" type="sibTrans" cxnId="{8D4739EC-CA29-4573-AC43-5C007C405451}">
      <dgm:prSet>
        <dgm:style>
          <a:lnRef idx="3">
            <a:schemeClr val="lt1"/>
          </a:lnRef>
          <a:fillRef idx="1">
            <a:schemeClr val="accent4"/>
          </a:fillRef>
          <a:effectRef idx="1">
            <a:schemeClr val="accent4"/>
          </a:effectRef>
          <a:fontRef idx="minor">
            <a:schemeClr val="lt1"/>
          </a:fontRef>
        </dgm:style>
      </dgm:prSet>
      <dgm:spPr/>
      <dgm:t>
        <a:bodyPr/>
        <a:lstStyle/>
        <a:p>
          <a:endParaRPr lang="en-IN"/>
        </a:p>
      </dgm:t>
    </dgm:pt>
    <dgm:pt modelId="{BBC528FE-4FA1-442D-BD6E-BC75084BEDC9}">
      <dgm:prSet phldrT="[Text]" custT="1">
        <dgm:style>
          <a:lnRef idx="3">
            <a:schemeClr val="lt1"/>
          </a:lnRef>
          <a:fillRef idx="1">
            <a:schemeClr val="accent5"/>
          </a:fillRef>
          <a:effectRef idx="1">
            <a:schemeClr val="accent5"/>
          </a:effectRef>
          <a:fontRef idx="minor">
            <a:schemeClr val="lt1"/>
          </a:fontRef>
        </dgm:style>
      </dgm:prSet>
      <dgm:spPr/>
      <dgm:t>
        <a:bodyPr/>
        <a:lstStyle/>
        <a:p>
          <a:pPr>
            <a:buNone/>
          </a:pPr>
          <a:r>
            <a:rPr lang="en-IN" sz="1900" b="1" dirty="0"/>
            <a:t>Flask App</a:t>
          </a:r>
          <a:br>
            <a:rPr lang="en-IN" sz="1900" b="1" dirty="0"/>
          </a:br>
          <a:r>
            <a:rPr lang="en-IN" sz="1900" i="1" dirty="0"/>
            <a:t>app.py Backend</a:t>
          </a:r>
          <a:endParaRPr lang="en-IN" sz="1900" dirty="0"/>
        </a:p>
      </dgm:t>
    </dgm:pt>
    <dgm:pt modelId="{1322B3B1-CC6A-42AE-A862-98F6586C02C8}" type="parTrans" cxnId="{BEF5DFBB-1939-414A-9CCA-C3AB0FF76E6C}">
      <dgm:prSet/>
      <dgm:spPr/>
      <dgm:t>
        <a:bodyPr/>
        <a:lstStyle/>
        <a:p>
          <a:endParaRPr lang="en-IN"/>
        </a:p>
      </dgm:t>
    </dgm:pt>
    <dgm:pt modelId="{B756C409-F0D0-4700-B402-6A72B715104C}" type="sibTrans" cxnId="{BEF5DFBB-1939-414A-9CCA-C3AB0FF76E6C}">
      <dgm:prSet>
        <dgm:style>
          <a:lnRef idx="3">
            <a:schemeClr val="lt1"/>
          </a:lnRef>
          <a:fillRef idx="1">
            <a:schemeClr val="accent4"/>
          </a:fillRef>
          <a:effectRef idx="1">
            <a:schemeClr val="accent4"/>
          </a:effectRef>
          <a:fontRef idx="minor">
            <a:schemeClr val="lt1"/>
          </a:fontRef>
        </dgm:style>
      </dgm:prSet>
      <dgm:spPr/>
      <dgm:t>
        <a:bodyPr/>
        <a:lstStyle/>
        <a:p>
          <a:endParaRPr lang="en-IN"/>
        </a:p>
      </dgm:t>
    </dgm:pt>
    <dgm:pt modelId="{A590C45C-839F-4E36-AB49-E360077D5696}">
      <dgm:prSet phldrT="[Text]" custT="1">
        <dgm:style>
          <a:lnRef idx="3">
            <a:schemeClr val="lt1"/>
          </a:lnRef>
          <a:fillRef idx="1">
            <a:schemeClr val="accent5"/>
          </a:fillRef>
          <a:effectRef idx="1">
            <a:schemeClr val="accent5"/>
          </a:effectRef>
          <a:fontRef idx="minor">
            <a:schemeClr val="lt1"/>
          </a:fontRef>
        </dgm:style>
      </dgm:prSet>
      <dgm:spPr/>
      <dgm:t>
        <a:bodyPr/>
        <a:lstStyle/>
        <a:p>
          <a:pPr>
            <a:buNone/>
          </a:pPr>
          <a:r>
            <a:rPr lang="en-US" sz="1900" b="1" dirty="0"/>
            <a:t>Hugging Face</a:t>
          </a:r>
          <a:br>
            <a:rPr lang="en-US" sz="1900" dirty="0"/>
          </a:br>
          <a:r>
            <a:rPr lang="en-US" sz="1900" i="1" dirty="0"/>
            <a:t>AI API</a:t>
          </a:r>
          <a:endParaRPr lang="en-IN" sz="1900" i="1" dirty="0"/>
        </a:p>
      </dgm:t>
    </dgm:pt>
    <dgm:pt modelId="{E32FE7B7-CD08-4C1E-A010-15D8096D6B81}" type="parTrans" cxnId="{595AB5E5-C0B2-4917-B3FE-1155DBE40FE5}">
      <dgm:prSet/>
      <dgm:spPr/>
      <dgm:t>
        <a:bodyPr/>
        <a:lstStyle/>
        <a:p>
          <a:endParaRPr lang="en-IN"/>
        </a:p>
      </dgm:t>
    </dgm:pt>
    <dgm:pt modelId="{C0D7BA8E-16AF-4398-92E8-9160E488DF89}" type="sibTrans" cxnId="{595AB5E5-C0B2-4917-B3FE-1155DBE40FE5}">
      <dgm:prSet>
        <dgm:style>
          <a:lnRef idx="3">
            <a:schemeClr val="lt1"/>
          </a:lnRef>
          <a:fillRef idx="1">
            <a:schemeClr val="accent4"/>
          </a:fillRef>
          <a:effectRef idx="1">
            <a:schemeClr val="accent4"/>
          </a:effectRef>
          <a:fontRef idx="minor">
            <a:schemeClr val="lt1"/>
          </a:fontRef>
        </dgm:style>
      </dgm:prSet>
      <dgm:spPr/>
      <dgm:t>
        <a:bodyPr/>
        <a:lstStyle/>
        <a:p>
          <a:endParaRPr lang="en-IN"/>
        </a:p>
      </dgm:t>
    </dgm:pt>
    <dgm:pt modelId="{6E2BAAF7-B7FB-4896-9CFF-8D10E3BE1487}">
      <dgm:prSet phldrT="[Text]" custT="1">
        <dgm:style>
          <a:lnRef idx="3">
            <a:schemeClr val="lt1"/>
          </a:lnRef>
          <a:fillRef idx="1">
            <a:schemeClr val="accent5"/>
          </a:fillRef>
          <a:effectRef idx="1">
            <a:schemeClr val="accent5"/>
          </a:effectRef>
          <a:fontRef idx="minor">
            <a:schemeClr val="lt1"/>
          </a:fontRef>
        </dgm:style>
      </dgm:prSet>
      <dgm:spPr/>
      <dgm:t>
        <a:bodyPr/>
        <a:lstStyle/>
        <a:p>
          <a:pPr>
            <a:buNone/>
          </a:pPr>
          <a:r>
            <a:rPr lang="en-IN" sz="1900" b="1" dirty="0"/>
            <a:t>SQLite DB</a:t>
          </a:r>
          <a:br>
            <a:rPr lang="en-IN" sz="1900" b="1" dirty="0"/>
          </a:br>
          <a:r>
            <a:rPr lang="en-IN" sz="1900" i="1" dirty="0" err="1"/>
            <a:t>codegenie.db</a:t>
          </a:r>
          <a:endParaRPr lang="en-IN" sz="1900" dirty="0"/>
        </a:p>
      </dgm:t>
    </dgm:pt>
    <dgm:pt modelId="{194A64A5-34A8-40C0-B958-093998BC828C}" type="parTrans" cxnId="{B62C7074-42F1-48C8-8056-98FED9FC3F20}">
      <dgm:prSet/>
      <dgm:spPr/>
      <dgm:t>
        <a:bodyPr/>
        <a:lstStyle/>
        <a:p>
          <a:endParaRPr lang="en-IN"/>
        </a:p>
      </dgm:t>
    </dgm:pt>
    <dgm:pt modelId="{544E3406-7F4D-405D-9F21-7B76774BEDF7}" type="sibTrans" cxnId="{B62C7074-42F1-48C8-8056-98FED9FC3F20}">
      <dgm:prSet/>
      <dgm:spPr/>
      <dgm:t>
        <a:bodyPr/>
        <a:lstStyle/>
        <a:p>
          <a:endParaRPr lang="en-IN"/>
        </a:p>
      </dgm:t>
    </dgm:pt>
    <dgm:pt modelId="{DE25CB92-68D3-4B99-A517-D6CF6A7EBDFC}" type="pres">
      <dgm:prSet presAssocID="{69303C91-3572-4F5A-ADD9-4B17192FE529}" presName="Name0" presStyleCnt="0">
        <dgm:presLayoutVars>
          <dgm:dir/>
          <dgm:resizeHandles val="exact"/>
        </dgm:presLayoutVars>
      </dgm:prSet>
      <dgm:spPr/>
    </dgm:pt>
    <dgm:pt modelId="{7BF0CC09-6F9B-4AC1-96DB-B92651481CE5}" type="pres">
      <dgm:prSet presAssocID="{A0A443C4-617E-48B4-BB31-133B5065FEFE}" presName="node" presStyleLbl="node1" presStyleIdx="0" presStyleCnt="4">
        <dgm:presLayoutVars>
          <dgm:bulletEnabled val="1"/>
        </dgm:presLayoutVars>
      </dgm:prSet>
      <dgm:spPr/>
    </dgm:pt>
    <dgm:pt modelId="{52ED30FB-F25B-47CB-83F1-032BF099EBA7}" type="pres">
      <dgm:prSet presAssocID="{7CD73E74-10F6-462D-8E29-C40433048104}" presName="sibTrans" presStyleLbl="sibTrans2D1" presStyleIdx="0" presStyleCnt="3"/>
      <dgm:spPr/>
    </dgm:pt>
    <dgm:pt modelId="{D57F9BCB-34DE-47FA-A12D-C4780A2DBC47}" type="pres">
      <dgm:prSet presAssocID="{7CD73E74-10F6-462D-8E29-C40433048104}" presName="connectorText" presStyleLbl="sibTrans2D1" presStyleIdx="0" presStyleCnt="3"/>
      <dgm:spPr/>
    </dgm:pt>
    <dgm:pt modelId="{4A68887B-D688-4D25-A7AC-634E1B8D273E}" type="pres">
      <dgm:prSet presAssocID="{BBC528FE-4FA1-442D-BD6E-BC75084BEDC9}" presName="node" presStyleLbl="node1" presStyleIdx="1" presStyleCnt="4">
        <dgm:presLayoutVars>
          <dgm:bulletEnabled val="1"/>
        </dgm:presLayoutVars>
      </dgm:prSet>
      <dgm:spPr/>
    </dgm:pt>
    <dgm:pt modelId="{159B20D5-BD99-4437-85FD-6C60D288098E}" type="pres">
      <dgm:prSet presAssocID="{B756C409-F0D0-4700-B402-6A72B715104C}" presName="sibTrans" presStyleLbl="sibTrans2D1" presStyleIdx="1" presStyleCnt="3"/>
      <dgm:spPr/>
    </dgm:pt>
    <dgm:pt modelId="{282CED6A-658D-4520-A5F3-4F2801785740}" type="pres">
      <dgm:prSet presAssocID="{B756C409-F0D0-4700-B402-6A72B715104C}" presName="connectorText" presStyleLbl="sibTrans2D1" presStyleIdx="1" presStyleCnt="3"/>
      <dgm:spPr/>
    </dgm:pt>
    <dgm:pt modelId="{7D9DFC58-34D0-4573-9691-5C9196169F5F}" type="pres">
      <dgm:prSet presAssocID="{A590C45C-839F-4E36-AB49-E360077D5696}" presName="node" presStyleLbl="node1" presStyleIdx="2" presStyleCnt="4">
        <dgm:presLayoutVars>
          <dgm:bulletEnabled val="1"/>
        </dgm:presLayoutVars>
      </dgm:prSet>
      <dgm:spPr/>
    </dgm:pt>
    <dgm:pt modelId="{16B0897C-6CE3-40FA-A5F8-556698719A81}" type="pres">
      <dgm:prSet presAssocID="{C0D7BA8E-16AF-4398-92E8-9160E488DF89}" presName="sibTrans" presStyleLbl="sibTrans2D1" presStyleIdx="2" presStyleCnt="3"/>
      <dgm:spPr/>
    </dgm:pt>
    <dgm:pt modelId="{D363E486-8385-4883-8E90-0965E5E88E4C}" type="pres">
      <dgm:prSet presAssocID="{C0D7BA8E-16AF-4398-92E8-9160E488DF89}" presName="connectorText" presStyleLbl="sibTrans2D1" presStyleIdx="2" presStyleCnt="3"/>
      <dgm:spPr/>
    </dgm:pt>
    <dgm:pt modelId="{48893E57-C314-4A3E-B26B-6B7829D55FB0}" type="pres">
      <dgm:prSet presAssocID="{6E2BAAF7-B7FB-4896-9CFF-8D10E3BE1487}" presName="node" presStyleLbl="node1" presStyleIdx="3" presStyleCnt="4">
        <dgm:presLayoutVars>
          <dgm:bulletEnabled val="1"/>
        </dgm:presLayoutVars>
      </dgm:prSet>
      <dgm:spPr/>
    </dgm:pt>
  </dgm:ptLst>
  <dgm:cxnLst>
    <dgm:cxn modelId="{D050E100-BC60-4B16-AD4C-10FB447FDB5C}" type="presOf" srcId="{69303C91-3572-4F5A-ADD9-4B17192FE529}" destId="{DE25CB92-68D3-4B99-A517-D6CF6A7EBDFC}" srcOrd="0" destOrd="0" presId="urn:microsoft.com/office/officeart/2005/8/layout/process1"/>
    <dgm:cxn modelId="{0207BE05-F208-456E-A9F8-000048E25793}" type="presOf" srcId="{C0D7BA8E-16AF-4398-92E8-9160E488DF89}" destId="{D363E486-8385-4883-8E90-0965E5E88E4C}" srcOrd="1" destOrd="0" presId="urn:microsoft.com/office/officeart/2005/8/layout/process1"/>
    <dgm:cxn modelId="{AF4EBE06-6C89-495E-A5E2-EB4EC316B4D7}" type="presOf" srcId="{7CD73E74-10F6-462D-8E29-C40433048104}" destId="{D57F9BCB-34DE-47FA-A12D-C4780A2DBC47}" srcOrd="1" destOrd="0" presId="urn:microsoft.com/office/officeart/2005/8/layout/process1"/>
    <dgm:cxn modelId="{AC0F4B5D-AA30-4B58-94AE-E8112823A6B1}" type="presOf" srcId="{BBC528FE-4FA1-442D-BD6E-BC75084BEDC9}" destId="{4A68887B-D688-4D25-A7AC-634E1B8D273E}" srcOrd="0" destOrd="0" presId="urn:microsoft.com/office/officeart/2005/8/layout/process1"/>
    <dgm:cxn modelId="{65D88552-693A-4D2B-9664-CC3193567631}" type="presOf" srcId="{A0A443C4-617E-48B4-BB31-133B5065FEFE}" destId="{7BF0CC09-6F9B-4AC1-96DB-B92651481CE5}" srcOrd="0" destOrd="0" presId="urn:microsoft.com/office/officeart/2005/8/layout/process1"/>
    <dgm:cxn modelId="{9D97AE52-45F2-4A6A-A020-E292C5D990BF}" type="presOf" srcId="{6E2BAAF7-B7FB-4896-9CFF-8D10E3BE1487}" destId="{48893E57-C314-4A3E-B26B-6B7829D55FB0}" srcOrd="0" destOrd="0" presId="urn:microsoft.com/office/officeart/2005/8/layout/process1"/>
    <dgm:cxn modelId="{B62C7074-42F1-48C8-8056-98FED9FC3F20}" srcId="{69303C91-3572-4F5A-ADD9-4B17192FE529}" destId="{6E2BAAF7-B7FB-4896-9CFF-8D10E3BE1487}" srcOrd="3" destOrd="0" parTransId="{194A64A5-34A8-40C0-B958-093998BC828C}" sibTransId="{544E3406-7F4D-405D-9F21-7B76774BEDF7}"/>
    <dgm:cxn modelId="{444B3E77-A239-4E6D-9491-0F7AFFD2C8B8}" type="presOf" srcId="{B756C409-F0D0-4700-B402-6A72B715104C}" destId="{282CED6A-658D-4520-A5F3-4F2801785740}" srcOrd="1" destOrd="0" presId="urn:microsoft.com/office/officeart/2005/8/layout/process1"/>
    <dgm:cxn modelId="{B8C0CA7B-2708-46B8-90A1-963BA452D3D4}" type="presOf" srcId="{B756C409-F0D0-4700-B402-6A72B715104C}" destId="{159B20D5-BD99-4437-85FD-6C60D288098E}" srcOrd="0" destOrd="0" presId="urn:microsoft.com/office/officeart/2005/8/layout/process1"/>
    <dgm:cxn modelId="{E600FE7E-A921-4B4A-B2B4-D074B52CE4AB}" type="presOf" srcId="{A590C45C-839F-4E36-AB49-E360077D5696}" destId="{7D9DFC58-34D0-4573-9691-5C9196169F5F}" srcOrd="0" destOrd="0" presId="urn:microsoft.com/office/officeart/2005/8/layout/process1"/>
    <dgm:cxn modelId="{CEDCCA7F-8FB2-4FF1-87FD-3D2775A62295}" type="presOf" srcId="{C0D7BA8E-16AF-4398-92E8-9160E488DF89}" destId="{16B0897C-6CE3-40FA-A5F8-556698719A81}" srcOrd="0" destOrd="0" presId="urn:microsoft.com/office/officeart/2005/8/layout/process1"/>
    <dgm:cxn modelId="{BEF5DFBB-1939-414A-9CCA-C3AB0FF76E6C}" srcId="{69303C91-3572-4F5A-ADD9-4B17192FE529}" destId="{BBC528FE-4FA1-442D-BD6E-BC75084BEDC9}" srcOrd="1" destOrd="0" parTransId="{1322B3B1-CC6A-42AE-A862-98F6586C02C8}" sibTransId="{B756C409-F0D0-4700-B402-6A72B715104C}"/>
    <dgm:cxn modelId="{DD21D0E2-0934-466A-9B9B-D7756A979A8D}" type="presOf" srcId="{7CD73E74-10F6-462D-8E29-C40433048104}" destId="{52ED30FB-F25B-47CB-83F1-032BF099EBA7}" srcOrd="0" destOrd="0" presId="urn:microsoft.com/office/officeart/2005/8/layout/process1"/>
    <dgm:cxn modelId="{595AB5E5-C0B2-4917-B3FE-1155DBE40FE5}" srcId="{69303C91-3572-4F5A-ADD9-4B17192FE529}" destId="{A590C45C-839F-4E36-AB49-E360077D5696}" srcOrd="2" destOrd="0" parTransId="{E32FE7B7-CD08-4C1E-A010-15D8096D6B81}" sibTransId="{C0D7BA8E-16AF-4398-92E8-9160E488DF89}"/>
    <dgm:cxn modelId="{8D4739EC-CA29-4573-AC43-5C007C405451}" srcId="{69303C91-3572-4F5A-ADD9-4B17192FE529}" destId="{A0A443C4-617E-48B4-BB31-133B5065FEFE}" srcOrd="0" destOrd="0" parTransId="{CA78A2DD-2A80-44C2-9F00-3A6F1DA385F7}" sibTransId="{7CD73E74-10F6-462D-8E29-C40433048104}"/>
    <dgm:cxn modelId="{E0B3D1E3-042C-4478-9F27-4DE021EFD919}" type="presParOf" srcId="{DE25CB92-68D3-4B99-A517-D6CF6A7EBDFC}" destId="{7BF0CC09-6F9B-4AC1-96DB-B92651481CE5}" srcOrd="0" destOrd="0" presId="urn:microsoft.com/office/officeart/2005/8/layout/process1"/>
    <dgm:cxn modelId="{114FC974-0A22-4FF7-A552-7077C4881DC3}" type="presParOf" srcId="{DE25CB92-68D3-4B99-A517-D6CF6A7EBDFC}" destId="{52ED30FB-F25B-47CB-83F1-032BF099EBA7}" srcOrd="1" destOrd="0" presId="urn:microsoft.com/office/officeart/2005/8/layout/process1"/>
    <dgm:cxn modelId="{67CEDB40-A0BC-48AB-9B07-6FFB0032111B}" type="presParOf" srcId="{52ED30FB-F25B-47CB-83F1-032BF099EBA7}" destId="{D57F9BCB-34DE-47FA-A12D-C4780A2DBC47}" srcOrd="0" destOrd="0" presId="urn:microsoft.com/office/officeart/2005/8/layout/process1"/>
    <dgm:cxn modelId="{495E8CDE-9EE1-459C-98A5-4E9034A72DD7}" type="presParOf" srcId="{DE25CB92-68D3-4B99-A517-D6CF6A7EBDFC}" destId="{4A68887B-D688-4D25-A7AC-634E1B8D273E}" srcOrd="2" destOrd="0" presId="urn:microsoft.com/office/officeart/2005/8/layout/process1"/>
    <dgm:cxn modelId="{C0258DEC-2151-4024-921D-3BBA7A7FCDBA}" type="presParOf" srcId="{DE25CB92-68D3-4B99-A517-D6CF6A7EBDFC}" destId="{159B20D5-BD99-4437-85FD-6C60D288098E}" srcOrd="3" destOrd="0" presId="urn:microsoft.com/office/officeart/2005/8/layout/process1"/>
    <dgm:cxn modelId="{0491546E-AE71-415C-AF85-F81E022B5B0C}" type="presParOf" srcId="{159B20D5-BD99-4437-85FD-6C60D288098E}" destId="{282CED6A-658D-4520-A5F3-4F2801785740}" srcOrd="0" destOrd="0" presId="urn:microsoft.com/office/officeart/2005/8/layout/process1"/>
    <dgm:cxn modelId="{5ADDCEEE-664D-4E1A-95B6-6D487F08B965}" type="presParOf" srcId="{DE25CB92-68D3-4B99-A517-D6CF6A7EBDFC}" destId="{7D9DFC58-34D0-4573-9691-5C9196169F5F}" srcOrd="4" destOrd="0" presId="urn:microsoft.com/office/officeart/2005/8/layout/process1"/>
    <dgm:cxn modelId="{F882961E-718B-4E59-A46B-D7CEE39666FC}" type="presParOf" srcId="{DE25CB92-68D3-4B99-A517-D6CF6A7EBDFC}" destId="{16B0897C-6CE3-40FA-A5F8-556698719A81}" srcOrd="5" destOrd="0" presId="urn:microsoft.com/office/officeart/2005/8/layout/process1"/>
    <dgm:cxn modelId="{CE7950E7-D87F-40E7-B3F3-47444D6E4D84}" type="presParOf" srcId="{16B0897C-6CE3-40FA-A5F8-556698719A81}" destId="{D363E486-8385-4883-8E90-0965E5E88E4C}" srcOrd="0" destOrd="0" presId="urn:microsoft.com/office/officeart/2005/8/layout/process1"/>
    <dgm:cxn modelId="{4305F114-6EA6-4DBD-B76A-280B6AC5BFB1}" type="presParOf" srcId="{DE25CB92-68D3-4B99-A517-D6CF6A7EBDFC}" destId="{48893E57-C314-4A3E-B26B-6B7829D55FB0}"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11F964-29C9-4E03-A927-48DB05AD1B5F}"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IN"/>
        </a:p>
      </dgm:t>
    </dgm:pt>
    <dgm:pt modelId="{2FD97E92-A2BA-4FF3-918F-3325AD08606B}">
      <dgm:prSet phldrT="[Text]" custT="1">
        <dgm:style>
          <a:lnRef idx="3">
            <a:schemeClr val="lt1"/>
          </a:lnRef>
          <a:fillRef idx="1">
            <a:schemeClr val="accent4"/>
          </a:fillRef>
          <a:effectRef idx="1">
            <a:schemeClr val="accent4"/>
          </a:effectRef>
          <a:fontRef idx="minor">
            <a:schemeClr val="lt1"/>
          </a:fontRef>
        </dgm:style>
      </dgm:prSet>
      <dgm:spPr/>
      <dgm:t>
        <a:bodyPr/>
        <a:lstStyle/>
        <a:p>
          <a:pPr>
            <a:buNone/>
          </a:pPr>
          <a:r>
            <a:rPr lang="en-IN" sz="1900" dirty="0"/>
            <a:t>User selects language &amp; types prompt</a:t>
          </a:r>
        </a:p>
      </dgm:t>
    </dgm:pt>
    <dgm:pt modelId="{BBE6585F-50D8-46BA-9995-4C6D660AE480}" type="parTrans" cxnId="{A354F7ED-8682-4FB6-A228-9852A09D7CC5}">
      <dgm:prSet/>
      <dgm:spPr/>
      <dgm:t>
        <a:bodyPr/>
        <a:lstStyle/>
        <a:p>
          <a:endParaRPr lang="en-IN"/>
        </a:p>
      </dgm:t>
    </dgm:pt>
    <dgm:pt modelId="{885F27DB-0BEC-436C-95C0-F587B8A0EEF6}" type="sibTrans" cxnId="{A354F7ED-8682-4FB6-A228-9852A09D7CC5}">
      <dgm:prSet/>
      <dgm:spPr/>
      <dgm:t>
        <a:bodyPr/>
        <a:lstStyle/>
        <a:p>
          <a:endParaRPr lang="en-IN"/>
        </a:p>
      </dgm:t>
    </dgm:pt>
    <dgm:pt modelId="{3EA078F5-21DA-43C1-83B5-2656C7EB4E1F}">
      <dgm:prSet phldrT="[Text]" custT="1">
        <dgm:style>
          <a:lnRef idx="3">
            <a:schemeClr val="lt1"/>
          </a:lnRef>
          <a:fillRef idx="1">
            <a:schemeClr val="accent4"/>
          </a:fillRef>
          <a:effectRef idx="1">
            <a:schemeClr val="accent4"/>
          </a:effectRef>
          <a:fontRef idx="minor">
            <a:schemeClr val="lt1"/>
          </a:fontRef>
        </dgm:style>
      </dgm:prSet>
      <dgm:spPr/>
      <dgm:t>
        <a:bodyPr/>
        <a:lstStyle/>
        <a:p>
          <a:pPr>
            <a:buNone/>
          </a:pPr>
          <a:r>
            <a:rPr lang="en-IN" sz="1900" dirty="0"/>
            <a:t>Sends request to Flask ,builds system prompt</a:t>
          </a:r>
        </a:p>
      </dgm:t>
    </dgm:pt>
    <dgm:pt modelId="{865CF0C2-EEF9-4532-96B8-EBBE13AA3727}" type="parTrans" cxnId="{E5B0677B-FA57-4EA0-908C-AFE781E3D651}">
      <dgm:prSet/>
      <dgm:spPr/>
      <dgm:t>
        <a:bodyPr/>
        <a:lstStyle/>
        <a:p>
          <a:endParaRPr lang="en-IN"/>
        </a:p>
      </dgm:t>
    </dgm:pt>
    <dgm:pt modelId="{8C3419E7-2E76-451D-89D8-C32771AE7EC8}" type="sibTrans" cxnId="{E5B0677B-FA57-4EA0-908C-AFE781E3D651}">
      <dgm:prSet/>
      <dgm:spPr/>
      <dgm:t>
        <a:bodyPr/>
        <a:lstStyle/>
        <a:p>
          <a:endParaRPr lang="en-IN"/>
        </a:p>
      </dgm:t>
    </dgm:pt>
    <dgm:pt modelId="{94793F3D-5DA6-4920-9F04-61E3D41939E6}">
      <dgm:prSet phldrT="[Text]" phldr="0" custT="1">
        <dgm:style>
          <a:lnRef idx="3">
            <a:schemeClr val="lt1"/>
          </a:lnRef>
          <a:fillRef idx="1">
            <a:schemeClr val="accent4"/>
          </a:fillRef>
          <a:effectRef idx="1">
            <a:schemeClr val="accent4"/>
          </a:effectRef>
          <a:fontRef idx="minor">
            <a:schemeClr val="lt1"/>
          </a:fontRef>
        </dgm:style>
      </dgm:prSet>
      <dgm:spPr/>
      <dgm:t>
        <a:bodyPr/>
        <a:lstStyle/>
        <a:p>
          <a:r>
            <a:rPr lang="en-IN" sz="1900" dirty="0"/>
            <a:t>Hugging Face API generates code(with fall back model)</a:t>
          </a:r>
        </a:p>
      </dgm:t>
    </dgm:pt>
    <dgm:pt modelId="{1730BCAE-8400-4FD3-B05B-1EBBD9397E18}" type="parTrans" cxnId="{E5252D17-B0A9-4C8A-8543-92DDC3B88E52}">
      <dgm:prSet/>
      <dgm:spPr/>
      <dgm:t>
        <a:bodyPr/>
        <a:lstStyle/>
        <a:p>
          <a:endParaRPr lang="en-IN"/>
        </a:p>
      </dgm:t>
    </dgm:pt>
    <dgm:pt modelId="{327668D2-ECF1-4D5A-91B3-0F7A0E3C8513}" type="sibTrans" cxnId="{E5252D17-B0A9-4C8A-8543-92DDC3B88E52}">
      <dgm:prSet/>
      <dgm:spPr/>
      <dgm:t>
        <a:bodyPr/>
        <a:lstStyle/>
        <a:p>
          <a:endParaRPr lang="en-IN"/>
        </a:p>
      </dgm:t>
    </dgm:pt>
    <dgm:pt modelId="{C33F16B4-FE3E-4D5D-9BC0-A1A984296462}">
      <dgm:prSet phldrT="[Text]" phldr="0" custT="1">
        <dgm:style>
          <a:lnRef idx="3">
            <a:schemeClr val="lt1"/>
          </a:lnRef>
          <a:fillRef idx="1">
            <a:schemeClr val="accent4"/>
          </a:fillRef>
          <a:effectRef idx="1">
            <a:schemeClr val="accent4"/>
          </a:effectRef>
          <a:fontRef idx="minor">
            <a:schemeClr val="lt1"/>
          </a:fontRef>
        </dgm:style>
      </dgm:prSet>
      <dgm:spPr/>
      <dgm:t>
        <a:bodyPr/>
        <a:lstStyle/>
        <a:p>
          <a:r>
            <a:rPr lang="en-IN" sz="1900" dirty="0"/>
            <a:t>Response Split  into code + explanation</a:t>
          </a:r>
        </a:p>
      </dgm:t>
    </dgm:pt>
    <dgm:pt modelId="{7B76C308-684B-430A-B4C5-C5A4B3450BF3}" type="parTrans" cxnId="{13DAA461-9BD1-492F-8804-1C19A0F5B012}">
      <dgm:prSet/>
      <dgm:spPr/>
      <dgm:t>
        <a:bodyPr/>
        <a:lstStyle/>
        <a:p>
          <a:endParaRPr lang="en-IN"/>
        </a:p>
      </dgm:t>
    </dgm:pt>
    <dgm:pt modelId="{CDEBB7C7-6AAF-429E-8975-8D8B727F4F69}" type="sibTrans" cxnId="{13DAA461-9BD1-492F-8804-1C19A0F5B012}">
      <dgm:prSet/>
      <dgm:spPr/>
      <dgm:t>
        <a:bodyPr/>
        <a:lstStyle/>
        <a:p>
          <a:endParaRPr lang="en-IN"/>
        </a:p>
      </dgm:t>
    </dgm:pt>
    <dgm:pt modelId="{E33B1713-9801-4DBD-8484-51B2478A3A85}">
      <dgm:prSet phldrT="[Text]" phldr="0" custT="1">
        <dgm:style>
          <a:lnRef idx="3">
            <a:schemeClr val="lt1"/>
          </a:lnRef>
          <a:fillRef idx="1">
            <a:schemeClr val="accent4"/>
          </a:fillRef>
          <a:effectRef idx="1">
            <a:schemeClr val="accent4"/>
          </a:effectRef>
          <a:fontRef idx="minor">
            <a:schemeClr val="lt1"/>
          </a:fontRef>
        </dgm:style>
      </dgm:prSet>
      <dgm:spPr/>
      <dgm:t>
        <a:bodyPr/>
        <a:lstStyle/>
        <a:p>
          <a:r>
            <a:rPr lang="en-IN" sz="1900" dirty="0"/>
            <a:t>Frontend highlights code and shows explanation</a:t>
          </a:r>
        </a:p>
      </dgm:t>
    </dgm:pt>
    <dgm:pt modelId="{F3A16059-4A0F-42AA-9688-D66CE5AB84C0}" type="parTrans" cxnId="{A337DC3D-785C-4701-A7DA-AFBB3B67D75E}">
      <dgm:prSet/>
      <dgm:spPr/>
      <dgm:t>
        <a:bodyPr/>
        <a:lstStyle/>
        <a:p>
          <a:endParaRPr lang="en-IN"/>
        </a:p>
      </dgm:t>
    </dgm:pt>
    <dgm:pt modelId="{DD2ECB9B-B0BA-4C0A-9D3A-0FFE96293127}" type="sibTrans" cxnId="{A337DC3D-785C-4701-A7DA-AFBB3B67D75E}">
      <dgm:prSet/>
      <dgm:spPr/>
      <dgm:t>
        <a:bodyPr/>
        <a:lstStyle/>
        <a:p>
          <a:endParaRPr lang="en-IN"/>
        </a:p>
      </dgm:t>
    </dgm:pt>
    <dgm:pt modelId="{CEB01EF6-4C10-460F-9549-4C482EC3E1D4}" type="pres">
      <dgm:prSet presAssocID="{5311F964-29C9-4E03-A927-48DB05AD1B5F}" presName="outerComposite" presStyleCnt="0">
        <dgm:presLayoutVars>
          <dgm:chMax val="5"/>
          <dgm:dir/>
          <dgm:resizeHandles val="exact"/>
        </dgm:presLayoutVars>
      </dgm:prSet>
      <dgm:spPr/>
    </dgm:pt>
    <dgm:pt modelId="{DA8ED510-3135-49A7-883A-F302B2DC29E7}" type="pres">
      <dgm:prSet presAssocID="{5311F964-29C9-4E03-A927-48DB05AD1B5F}" presName="dummyMaxCanvas" presStyleCnt="0">
        <dgm:presLayoutVars/>
      </dgm:prSet>
      <dgm:spPr/>
    </dgm:pt>
    <dgm:pt modelId="{D5503112-10FA-4D56-B1C9-D56D65A19FF3}" type="pres">
      <dgm:prSet presAssocID="{5311F964-29C9-4E03-A927-48DB05AD1B5F}" presName="FiveNodes_1" presStyleLbl="node1" presStyleIdx="0" presStyleCnt="5">
        <dgm:presLayoutVars>
          <dgm:bulletEnabled val="1"/>
        </dgm:presLayoutVars>
      </dgm:prSet>
      <dgm:spPr/>
    </dgm:pt>
    <dgm:pt modelId="{30F82236-4C96-416C-9248-EBF5441F649C}" type="pres">
      <dgm:prSet presAssocID="{5311F964-29C9-4E03-A927-48DB05AD1B5F}" presName="FiveNodes_2" presStyleLbl="node1" presStyleIdx="1" presStyleCnt="5">
        <dgm:presLayoutVars>
          <dgm:bulletEnabled val="1"/>
        </dgm:presLayoutVars>
      </dgm:prSet>
      <dgm:spPr/>
    </dgm:pt>
    <dgm:pt modelId="{B22F3589-6B01-40C1-95DC-C96567A027B4}" type="pres">
      <dgm:prSet presAssocID="{5311F964-29C9-4E03-A927-48DB05AD1B5F}" presName="FiveNodes_3" presStyleLbl="node1" presStyleIdx="2" presStyleCnt="5">
        <dgm:presLayoutVars>
          <dgm:bulletEnabled val="1"/>
        </dgm:presLayoutVars>
      </dgm:prSet>
      <dgm:spPr/>
    </dgm:pt>
    <dgm:pt modelId="{1DE123C6-5B1F-4678-9D1B-E1B3A90989ED}" type="pres">
      <dgm:prSet presAssocID="{5311F964-29C9-4E03-A927-48DB05AD1B5F}" presName="FiveNodes_4" presStyleLbl="node1" presStyleIdx="3" presStyleCnt="5">
        <dgm:presLayoutVars>
          <dgm:bulletEnabled val="1"/>
        </dgm:presLayoutVars>
      </dgm:prSet>
      <dgm:spPr/>
    </dgm:pt>
    <dgm:pt modelId="{F7039B08-D306-43EE-A666-507E2B5BC0DD}" type="pres">
      <dgm:prSet presAssocID="{5311F964-29C9-4E03-A927-48DB05AD1B5F}" presName="FiveNodes_5" presStyleLbl="node1" presStyleIdx="4" presStyleCnt="5">
        <dgm:presLayoutVars>
          <dgm:bulletEnabled val="1"/>
        </dgm:presLayoutVars>
      </dgm:prSet>
      <dgm:spPr/>
    </dgm:pt>
    <dgm:pt modelId="{8475008F-7BFC-449F-B700-8041952BA11C}" type="pres">
      <dgm:prSet presAssocID="{5311F964-29C9-4E03-A927-48DB05AD1B5F}" presName="FiveConn_1-2" presStyleLbl="fgAccFollowNode1" presStyleIdx="0" presStyleCnt="4">
        <dgm:presLayoutVars>
          <dgm:bulletEnabled val="1"/>
        </dgm:presLayoutVars>
      </dgm:prSet>
      <dgm:spPr/>
    </dgm:pt>
    <dgm:pt modelId="{6AC36562-A7E2-4465-AEA9-8FDC3BC872ED}" type="pres">
      <dgm:prSet presAssocID="{5311F964-29C9-4E03-A927-48DB05AD1B5F}" presName="FiveConn_2-3" presStyleLbl="fgAccFollowNode1" presStyleIdx="1" presStyleCnt="4">
        <dgm:presLayoutVars>
          <dgm:bulletEnabled val="1"/>
        </dgm:presLayoutVars>
      </dgm:prSet>
      <dgm:spPr/>
    </dgm:pt>
    <dgm:pt modelId="{7201BFF5-AC33-4779-B6D4-8984495DA2A6}" type="pres">
      <dgm:prSet presAssocID="{5311F964-29C9-4E03-A927-48DB05AD1B5F}" presName="FiveConn_3-4" presStyleLbl="fgAccFollowNode1" presStyleIdx="2" presStyleCnt="4">
        <dgm:presLayoutVars>
          <dgm:bulletEnabled val="1"/>
        </dgm:presLayoutVars>
      </dgm:prSet>
      <dgm:spPr/>
    </dgm:pt>
    <dgm:pt modelId="{3435E333-2B06-460D-88A6-0925803D8965}" type="pres">
      <dgm:prSet presAssocID="{5311F964-29C9-4E03-A927-48DB05AD1B5F}" presName="FiveConn_4-5" presStyleLbl="fgAccFollowNode1" presStyleIdx="3" presStyleCnt="4">
        <dgm:presLayoutVars>
          <dgm:bulletEnabled val="1"/>
        </dgm:presLayoutVars>
      </dgm:prSet>
      <dgm:spPr/>
    </dgm:pt>
    <dgm:pt modelId="{95A0F935-A5D6-4F73-8E54-B31D2FEAF8CB}" type="pres">
      <dgm:prSet presAssocID="{5311F964-29C9-4E03-A927-48DB05AD1B5F}" presName="FiveNodes_1_text" presStyleLbl="node1" presStyleIdx="4" presStyleCnt="5">
        <dgm:presLayoutVars>
          <dgm:bulletEnabled val="1"/>
        </dgm:presLayoutVars>
      </dgm:prSet>
      <dgm:spPr/>
    </dgm:pt>
    <dgm:pt modelId="{2B34DA6E-2736-4B06-B545-CDBF38DE9C66}" type="pres">
      <dgm:prSet presAssocID="{5311F964-29C9-4E03-A927-48DB05AD1B5F}" presName="FiveNodes_2_text" presStyleLbl="node1" presStyleIdx="4" presStyleCnt="5">
        <dgm:presLayoutVars>
          <dgm:bulletEnabled val="1"/>
        </dgm:presLayoutVars>
      </dgm:prSet>
      <dgm:spPr/>
    </dgm:pt>
    <dgm:pt modelId="{409CF256-32D3-46C9-9768-18F76BD9668E}" type="pres">
      <dgm:prSet presAssocID="{5311F964-29C9-4E03-A927-48DB05AD1B5F}" presName="FiveNodes_3_text" presStyleLbl="node1" presStyleIdx="4" presStyleCnt="5">
        <dgm:presLayoutVars>
          <dgm:bulletEnabled val="1"/>
        </dgm:presLayoutVars>
      </dgm:prSet>
      <dgm:spPr/>
    </dgm:pt>
    <dgm:pt modelId="{BB95B370-38C6-4AD7-8FBE-6BC22D159457}" type="pres">
      <dgm:prSet presAssocID="{5311F964-29C9-4E03-A927-48DB05AD1B5F}" presName="FiveNodes_4_text" presStyleLbl="node1" presStyleIdx="4" presStyleCnt="5">
        <dgm:presLayoutVars>
          <dgm:bulletEnabled val="1"/>
        </dgm:presLayoutVars>
      </dgm:prSet>
      <dgm:spPr/>
    </dgm:pt>
    <dgm:pt modelId="{8BCFC725-FB77-46CB-BD27-5CFD40DE76C9}" type="pres">
      <dgm:prSet presAssocID="{5311F964-29C9-4E03-A927-48DB05AD1B5F}" presName="FiveNodes_5_text" presStyleLbl="node1" presStyleIdx="4" presStyleCnt="5">
        <dgm:presLayoutVars>
          <dgm:bulletEnabled val="1"/>
        </dgm:presLayoutVars>
      </dgm:prSet>
      <dgm:spPr/>
    </dgm:pt>
  </dgm:ptLst>
  <dgm:cxnLst>
    <dgm:cxn modelId="{E5252D17-B0A9-4C8A-8543-92DDC3B88E52}" srcId="{5311F964-29C9-4E03-A927-48DB05AD1B5F}" destId="{94793F3D-5DA6-4920-9F04-61E3D41939E6}" srcOrd="2" destOrd="0" parTransId="{1730BCAE-8400-4FD3-B05B-1EBBD9397E18}" sibTransId="{327668D2-ECF1-4D5A-91B3-0F7A0E3C8513}"/>
    <dgm:cxn modelId="{95E56825-E1D6-41CC-B757-6C1258B038A8}" type="presOf" srcId="{885F27DB-0BEC-436C-95C0-F587B8A0EEF6}" destId="{8475008F-7BFC-449F-B700-8041952BA11C}" srcOrd="0" destOrd="0" presId="urn:microsoft.com/office/officeart/2005/8/layout/vProcess5"/>
    <dgm:cxn modelId="{A337DC3D-785C-4701-A7DA-AFBB3B67D75E}" srcId="{5311F964-29C9-4E03-A927-48DB05AD1B5F}" destId="{E33B1713-9801-4DBD-8484-51B2478A3A85}" srcOrd="4" destOrd="0" parTransId="{F3A16059-4A0F-42AA-9688-D66CE5AB84C0}" sibTransId="{DD2ECB9B-B0BA-4C0A-9D3A-0FFE96293127}"/>
    <dgm:cxn modelId="{C276FF5C-3E6C-4E84-86B9-9B1A5DF6CEA5}" type="presOf" srcId="{C33F16B4-FE3E-4D5D-9BC0-A1A984296462}" destId="{1DE123C6-5B1F-4678-9D1B-E1B3A90989ED}" srcOrd="0" destOrd="0" presId="urn:microsoft.com/office/officeart/2005/8/layout/vProcess5"/>
    <dgm:cxn modelId="{13DAA461-9BD1-492F-8804-1C19A0F5B012}" srcId="{5311F964-29C9-4E03-A927-48DB05AD1B5F}" destId="{C33F16B4-FE3E-4D5D-9BC0-A1A984296462}" srcOrd="3" destOrd="0" parTransId="{7B76C308-684B-430A-B4C5-C5A4B3450BF3}" sibTransId="{CDEBB7C7-6AAF-429E-8975-8D8B727F4F69}"/>
    <dgm:cxn modelId="{3E865F42-6A9A-4908-84A9-95AC1E8A29A2}" type="presOf" srcId="{8C3419E7-2E76-451D-89D8-C32771AE7EC8}" destId="{6AC36562-A7E2-4465-AEA9-8FDC3BC872ED}" srcOrd="0" destOrd="0" presId="urn:microsoft.com/office/officeart/2005/8/layout/vProcess5"/>
    <dgm:cxn modelId="{EBE1E74A-5D1F-4AFE-A443-79F6673172D7}" type="presOf" srcId="{C33F16B4-FE3E-4D5D-9BC0-A1A984296462}" destId="{BB95B370-38C6-4AD7-8FBE-6BC22D159457}" srcOrd="1" destOrd="0" presId="urn:microsoft.com/office/officeart/2005/8/layout/vProcess5"/>
    <dgm:cxn modelId="{F8878A53-812B-4DC9-80A8-FCEC36E37276}" type="presOf" srcId="{94793F3D-5DA6-4920-9F04-61E3D41939E6}" destId="{B22F3589-6B01-40C1-95DC-C96567A027B4}" srcOrd="0" destOrd="0" presId="urn:microsoft.com/office/officeart/2005/8/layout/vProcess5"/>
    <dgm:cxn modelId="{887D3C57-D408-4BE1-88A7-47BE1BEFBB9B}" type="presOf" srcId="{94793F3D-5DA6-4920-9F04-61E3D41939E6}" destId="{409CF256-32D3-46C9-9768-18F76BD9668E}" srcOrd="1" destOrd="0" presId="urn:microsoft.com/office/officeart/2005/8/layout/vProcess5"/>
    <dgm:cxn modelId="{25E7CA57-ABBA-455E-8DC1-4828BC58238F}" type="presOf" srcId="{2FD97E92-A2BA-4FF3-918F-3325AD08606B}" destId="{95A0F935-A5D6-4F73-8E54-B31D2FEAF8CB}" srcOrd="1" destOrd="0" presId="urn:microsoft.com/office/officeart/2005/8/layout/vProcess5"/>
    <dgm:cxn modelId="{E5B0677B-FA57-4EA0-908C-AFE781E3D651}" srcId="{5311F964-29C9-4E03-A927-48DB05AD1B5F}" destId="{3EA078F5-21DA-43C1-83B5-2656C7EB4E1F}" srcOrd="1" destOrd="0" parTransId="{865CF0C2-EEF9-4532-96B8-EBBE13AA3727}" sibTransId="{8C3419E7-2E76-451D-89D8-C32771AE7EC8}"/>
    <dgm:cxn modelId="{A6244A7E-CEB6-4522-80C2-BE79BECFD6EA}" type="presOf" srcId="{2FD97E92-A2BA-4FF3-918F-3325AD08606B}" destId="{D5503112-10FA-4D56-B1C9-D56D65A19FF3}" srcOrd="0" destOrd="0" presId="urn:microsoft.com/office/officeart/2005/8/layout/vProcess5"/>
    <dgm:cxn modelId="{2009E786-98FC-4E64-8E47-5ACA9605BA05}" type="presOf" srcId="{CDEBB7C7-6AAF-429E-8975-8D8B727F4F69}" destId="{3435E333-2B06-460D-88A6-0925803D8965}" srcOrd="0" destOrd="0" presId="urn:microsoft.com/office/officeart/2005/8/layout/vProcess5"/>
    <dgm:cxn modelId="{E78CF889-58D4-4E7E-A54A-7F51B4C25085}" type="presOf" srcId="{3EA078F5-21DA-43C1-83B5-2656C7EB4E1F}" destId="{30F82236-4C96-416C-9248-EBF5441F649C}" srcOrd="0" destOrd="0" presId="urn:microsoft.com/office/officeart/2005/8/layout/vProcess5"/>
    <dgm:cxn modelId="{F953288D-F71E-4EDB-9753-AB4CB4EF01A1}" type="presOf" srcId="{E33B1713-9801-4DBD-8484-51B2478A3A85}" destId="{8BCFC725-FB77-46CB-BD27-5CFD40DE76C9}" srcOrd="1" destOrd="0" presId="urn:microsoft.com/office/officeart/2005/8/layout/vProcess5"/>
    <dgm:cxn modelId="{AA074AA6-CA52-480D-8240-94C9288BC3DC}" type="presOf" srcId="{3EA078F5-21DA-43C1-83B5-2656C7EB4E1F}" destId="{2B34DA6E-2736-4B06-B545-CDBF38DE9C66}" srcOrd="1" destOrd="0" presId="urn:microsoft.com/office/officeart/2005/8/layout/vProcess5"/>
    <dgm:cxn modelId="{47079EB4-610B-46C9-8B00-4E0AA8945345}" type="presOf" srcId="{5311F964-29C9-4E03-A927-48DB05AD1B5F}" destId="{CEB01EF6-4C10-460F-9549-4C482EC3E1D4}" srcOrd="0" destOrd="0" presId="urn:microsoft.com/office/officeart/2005/8/layout/vProcess5"/>
    <dgm:cxn modelId="{5CE606DB-FFFC-4A26-8481-0F3088E1C900}" type="presOf" srcId="{E33B1713-9801-4DBD-8484-51B2478A3A85}" destId="{F7039B08-D306-43EE-A666-507E2B5BC0DD}" srcOrd="0" destOrd="0" presId="urn:microsoft.com/office/officeart/2005/8/layout/vProcess5"/>
    <dgm:cxn modelId="{A354F7ED-8682-4FB6-A228-9852A09D7CC5}" srcId="{5311F964-29C9-4E03-A927-48DB05AD1B5F}" destId="{2FD97E92-A2BA-4FF3-918F-3325AD08606B}" srcOrd="0" destOrd="0" parTransId="{BBE6585F-50D8-46BA-9995-4C6D660AE480}" sibTransId="{885F27DB-0BEC-436C-95C0-F587B8A0EEF6}"/>
    <dgm:cxn modelId="{043308F7-2EA4-48D5-AF64-0F372C32D845}" type="presOf" srcId="{327668D2-ECF1-4D5A-91B3-0F7A0E3C8513}" destId="{7201BFF5-AC33-4779-B6D4-8984495DA2A6}" srcOrd="0" destOrd="0" presId="urn:microsoft.com/office/officeart/2005/8/layout/vProcess5"/>
    <dgm:cxn modelId="{DC7E875D-4EA7-42B9-B75B-F69C1C0C081C}" type="presParOf" srcId="{CEB01EF6-4C10-460F-9549-4C482EC3E1D4}" destId="{DA8ED510-3135-49A7-883A-F302B2DC29E7}" srcOrd="0" destOrd="0" presId="urn:microsoft.com/office/officeart/2005/8/layout/vProcess5"/>
    <dgm:cxn modelId="{DFE7A3C3-0E01-4C28-B87F-D188BF8ACFF2}" type="presParOf" srcId="{CEB01EF6-4C10-460F-9549-4C482EC3E1D4}" destId="{D5503112-10FA-4D56-B1C9-D56D65A19FF3}" srcOrd="1" destOrd="0" presId="urn:microsoft.com/office/officeart/2005/8/layout/vProcess5"/>
    <dgm:cxn modelId="{5C9372AE-6739-4FC9-BB65-829CD1FC33A2}" type="presParOf" srcId="{CEB01EF6-4C10-460F-9549-4C482EC3E1D4}" destId="{30F82236-4C96-416C-9248-EBF5441F649C}" srcOrd="2" destOrd="0" presId="urn:microsoft.com/office/officeart/2005/8/layout/vProcess5"/>
    <dgm:cxn modelId="{490C0FFB-34F7-4190-825D-F73F9921F0EF}" type="presParOf" srcId="{CEB01EF6-4C10-460F-9549-4C482EC3E1D4}" destId="{B22F3589-6B01-40C1-95DC-C96567A027B4}" srcOrd="3" destOrd="0" presId="urn:microsoft.com/office/officeart/2005/8/layout/vProcess5"/>
    <dgm:cxn modelId="{03BFD1A0-C276-429E-9FCB-351AC2173838}" type="presParOf" srcId="{CEB01EF6-4C10-460F-9549-4C482EC3E1D4}" destId="{1DE123C6-5B1F-4678-9D1B-E1B3A90989ED}" srcOrd="4" destOrd="0" presId="urn:microsoft.com/office/officeart/2005/8/layout/vProcess5"/>
    <dgm:cxn modelId="{024990C7-2155-455B-A06C-CAC0E7554BA8}" type="presParOf" srcId="{CEB01EF6-4C10-460F-9549-4C482EC3E1D4}" destId="{F7039B08-D306-43EE-A666-507E2B5BC0DD}" srcOrd="5" destOrd="0" presId="urn:microsoft.com/office/officeart/2005/8/layout/vProcess5"/>
    <dgm:cxn modelId="{C99F0FDF-F215-4549-984D-F9401E20C041}" type="presParOf" srcId="{CEB01EF6-4C10-460F-9549-4C482EC3E1D4}" destId="{8475008F-7BFC-449F-B700-8041952BA11C}" srcOrd="6" destOrd="0" presId="urn:microsoft.com/office/officeart/2005/8/layout/vProcess5"/>
    <dgm:cxn modelId="{B52CC37E-7B53-4809-9F17-B94BAC05B21A}" type="presParOf" srcId="{CEB01EF6-4C10-460F-9549-4C482EC3E1D4}" destId="{6AC36562-A7E2-4465-AEA9-8FDC3BC872ED}" srcOrd="7" destOrd="0" presId="urn:microsoft.com/office/officeart/2005/8/layout/vProcess5"/>
    <dgm:cxn modelId="{39F38424-C8A4-497F-8F0B-1B19438DF754}" type="presParOf" srcId="{CEB01EF6-4C10-460F-9549-4C482EC3E1D4}" destId="{7201BFF5-AC33-4779-B6D4-8984495DA2A6}" srcOrd="8" destOrd="0" presId="urn:microsoft.com/office/officeart/2005/8/layout/vProcess5"/>
    <dgm:cxn modelId="{82BB8A97-2DDB-4234-96C1-F14B400C1897}" type="presParOf" srcId="{CEB01EF6-4C10-460F-9549-4C482EC3E1D4}" destId="{3435E333-2B06-460D-88A6-0925803D8965}" srcOrd="9" destOrd="0" presId="urn:microsoft.com/office/officeart/2005/8/layout/vProcess5"/>
    <dgm:cxn modelId="{78D3C38D-65ED-4E83-880E-5342F4E4ED61}" type="presParOf" srcId="{CEB01EF6-4C10-460F-9549-4C482EC3E1D4}" destId="{95A0F935-A5D6-4F73-8E54-B31D2FEAF8CB}" srcOrd="10" destOrd="0" presId="urn:microsoft.com/office/officeart/2005/8/layout/vProcess5"/>
    <dgm:cxn modelId="{5170A6EA-ECC4-4105-8BCB-F532D726FA44}" type="presParOf" srcId="{CEB01EF6-4C10-460F-9549-4C482EC3E1D4}" destId="{2B34DA6E-2736-4B06-B545-CDBF38DE9C66}" srcOrd="11" destOrd="0" presId="urn:microsoft.com/office/officeart/2005/8/layout/vProcess5"/>
    <dgm:cxn modelId="{BC2B14D3-7A12-41CF-9B43-FA0C87D24868}" type="presParOf" srcId="{CEB01EF6-4C10-460F-9549-4C482EC3E1D4}" destId="{409CF256-32D3-46C9-9768-18F76BD9668E}" srcOrd="12" destOrd="0" presId="urn:microsoft.com/office/officeart/2005/8/layout/vProcess5"/>
    <dgm:cxn modelId="{1C6F566D-1699-44D2-BFB0-4CE601012A75}" type="presParOf" srcId="{CEB01EF6-4C10-460F-9549-4C482EC3E1D4}" destId="{BB95B370-38C6-4AD7-8FBE-6BC22D159457}" srcOrd="13" destOrd="0" presId="urn:microsoft.com/office/officeart/2005/8/layout/vProcess5"/>
    <dgm:cxn modelId="{CBBC518B-83E6-4822-9ADE-610703941FBB}" type="presParOf" srcId="{CEB01EF6-4C10-460F-9549-4C482EC3E1D4}" destId="{8BCFC725-FB77-46CB-BD27-5CFD40DE76C9}" srcOrd="14" destOrd="0" presId="urn:microsoft.com/office/officeart/2005/8/layout/vProcess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11F964-29C9-4E03-A927-48DB05AD1B5F}"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IN"/>
        </a:p>
      </dgm:t>
    </dgm:pt>
    <dgm:pt modelId="{2FD97E92-A2BA-4FF3-918F-3325AD08606B}">
      <dgm:prSet phldrT="[Text]" custT="1">
        <dgm:style>
          <a:lnRef idx="3">
            <a:schemeClr val="lt1"/>
          </a:lnRef>
          <a:fillRef idx="1">
            <a:schemeClr val="accent4"/>
          </a:fillRef>
          <a:effectRef idx="1">
            <a:schemeClr val="accent4"/>
          </a:effectRef>
          <a:fontRef idx="minor">
            <a:schemeClr val="lt1"/>
          </a:fontRef>
        </dgm:style>
      </dgm:prSet>
      <dgm:spPr/>
      <dgm:t>
        <a:bodyPr/>
        <a:lstStyle/>
        <a:p>
          <a:pPr>
            <a:buNone/>
          </a:pPr>
          <a:r>
            <a:rPr lang="en-IN" sz="1900" dirty="0"/>
            <a:t>Sign In with Admin Credentials</a:t>
          </a:r>
        </a:p>
      </dgm:t>
    </dgm:pt>
    <dgm:pt modelId="{BBE6585F-50D8-46BA-9995-4C6D660AE480}" type="parTrans" cxnId="{A354F7ED-8682-4FB6-A228-9852A09D7CC5}">
      <dgm:prSet/>
      <dgm:spPr/>
      <dgm:t>
        <a:bodyPr/>
        <a:lstStyle/>
        <a:p>
          <a:endParaRPr lang="en-IN"/>
        </a:p>
      </dgm:t>
    </dgm:pt>
    <dgm:pt modelId="{885F27DB-0BEC-436C-95C0-F587B8A0EEF6}" type="sibTrans" cxnId="{A354F7ED-8682-4FB6-A228-9852A09D7CC5}">
      <dgm:prSet/>
      <dgm:spPr/>
      <dgm:t>
        <a:bodyPr/>
        <a:lstStyle/>
        <a:p>
          <a:endParaRPr lang="en-IN"/>
        </a:p>
      </dgm:t>
    </dgm:pt>
    <dgm:pt modelId="{3EA078F5-21DA-43C1-83B5-2656C7EB4E1F}">
      <dgm:prSet phldrT="[Text]" custT="1">
        <dgm:style>
          <a:lnRef idx="3">
            <a:schemeClr val="lt1"/>
          </a:lnRef>
          <a:fillRef idx="1">
            <a:schemeClr val="accent4"/>
          </a:fillRef>
          <a:effectRef idx="1">
            <a:schemeClr val="accent4"/>
          </a:effectRef>
          <a:fontRef idx="minor">
            <a:schemeClr val="lt1"/>
          </a:fontRef>
        </dgm:style>
      </dgm:prSet>
      <dgm:spPr/>
      <dgm:t>
        <a:bodyPr/>
        <a:lstStyle/>
        <a:p>
          <a:pPr>
            <a:buNone/>
          </a:pPr>
          <a:r>
            <a:rPr lang="en-IN" sz="1900" dirty="0"/>
            <a:t>View overall statistics (users, languages used, ratings)</a:t>
          </a:r>
        </a:p>
      </dgm:t>
    </dgm:pt>
    <dgm:pt modelId="{865CF0C2-EEF9-4532-96B8-EBBE13AA3727}" type="parTrans" cxnId="{E5B0677B-FA57-4EA0-908C-AFE781E3D651}">
      <dgm:prSet/>
      <dgm:spPr/>
      <dgm:t>
        <a:bodyPr/>
        <a:lstStyle/>
        <a:p>
          <a:endParaRPr lang="en-IN"/>
        </a:p>
      </dgm:t>
    </dgm:pt>
    <dgm:pt modelId="{8C3419E7-2E76-451D-89D8-C32771AE7EC8}" type="sibTrans" cxnId="{E5B0677B-FA57-4EA0-908C-AFE781E3D651}">
      <dgm:prSet/>
      <dgm:spPr/>
      <dgm:t>
        <a:bodyPr/>
        <a:lstStyle/>
        <a:p>
          <a:endParaRPr lang="en-IN"/>
        </a:p>
      </dgm:t>
    </dgm:pt>
    <dgm:pt modelId="{C33F16B4-FE3E-4D5D-9BC0-A1A984296462}">
      <dgm:prSet phldrT="[Text]" phldr="0" custT="1">
        <dgm:style>
          <a:lnRef idx="3">
            <a:schemeClr val="lt1"/>
          </a:lnRef>
          <a:fillRef idx="1">
            <a:schemeClr val="accent4"/>
          </a:fillRef>
          <a:effectRef idx="1">
            <a:schemeClr val="accent4"/>
          </a:effectRef>
          <a:fontRef idx="minor">
            <a:schemeClr val="lt1"/>
          </a:fontRef>
        </dgm:style>
      </dgm:prSet>
      <dgm:spPr/>
      <dgm:t>
        <a:bodyPr/>
        <a:lstStyle/>
        <a:p>
          <a:r>
            <a:rPr lang="en-US" sz="1900" dirty="0"/>
            <a:t>Analyze ratings and comments to identify trends</a:t>
          </a:r>
          <a:endParaRPr lang="en-IN" sz="1900" dirty="0"/>
        </a:p>
      </dgm:t>
    </dgm:pt>
    <dgm:pt modelId="{7B76C308-684B-430A-B4C5-C5A4B3450BF3}" type="parTrans" cxnId="{13DAA461-9BD1-492F-8804-1C19A0F5B012}">
      <dgm:prSet/>
      <dgm:spPr/>
      <dgm:t>
        <a:bodyPr/>
        <a:lstStyle/>
        <a:p>
          <a:endParaRPr lang="en-IN"/>
        </a:p>
      </dgm:t>
    </dgm:pt>
    <dgm:pt modelId="{CDEBB7C7-6AAF-429E-8975-8D8B727F4F69}" type="sibTrans" cxnId="{13DAA461-9BD1-492F-8804-1C19A0F5B012}">
      <dgm:prSet/>
      <dgm:spPr/>
      <dgm:t>
        <a:bodyPr/>
        <a:lstStyle/>
        <a:p>
          <a:endParaRPr lang="en-IN"/>
        </a:p>
      </dgm:t>
    </dgm:pt>
    <dgm:pt modelId="{9CA8ED81-B2DA-4954-A8B5-F9A0F32038D5}">
      <dgm:prSet phldrT="[Text]" custT="1">
        <dgm:style>
          <a:lnRef idx="3">
            <a:schemeClr val="lt1"/>
          </a:lnRef>
          <a:fillRef idx="1">
            <a:schemeClr val="accent4"/>
          </a:fillRef>
          <a:effectRef idx="1">
            <a:schemeClr val="accent4"/>
          </a:effectRef>
          <a:fontRef idx="minor">
            <a:schemeClr val="lt1"/>
          </a:fontRef>
        </dgm:style>
      </dgm:prSet>
      <dgm:spPr/>
      <dgm:t>
        <a:bodyPr/>
        <a:lstStyle/>
        <a:p>
          <a:pPr>
            <a:buNone/>
          </a:pPr>
          <a:r>
            <a:rPr lang="en-IN" sz="1900" dirty="0"/>
            <a:t>Track registered users , comments and timestamps</a:t>
          </a:r>
        </a:p>
      </dgm:t>
    </dgm:pt>
    <dgm:pt modelId="{8503BF98-6FB3-4C13-97BF-5FF0B09BA93B}" type="parTrans" cxnId="{AC2CED7A-3A2A-45C8-B371-F79B249E3EED}">
      <dgm:prSet/>
      <dgm:spPr/>
      <dgm:t>
        <a:bodyPr/>
        <a:lstStyle/>
        <a:p>
          <a:endParaRPr lang="en-IN"/>
        </a:p>
      </dgm:t>
    </dgm:pt>
    <dgm:pt modelId="{924A404C-E2E4-4321-A385-C55E2D8CAA18}" type="sibTrans" cxnId="{AC2CED7A-3A2A-45C8-B371-F79B249E3EED}">
      <dgm:prSet/>
      <dgm:spPr/>
      <dgm:t>
        <a:bodyPr/>
        <a:lstStyle/>
        <a:p>
          <a:endParaRPr lang="en-IN"/>
        </a:p>
      </dgm:t>
    </dgm:pt>
    <dgm:pt modelId="{C1A0FB3E-1766-43A3-956E-77DB490CDE6E}">
      <dgm:prSet phldrT="[Text]" phldr="0" custT="1">
        <dgm:style>
          <a:lnRef idx="3">
            <a:schemeClr val="lt1"/>
          </a:lnRef>
          <a:fillRef idx="1">
            <a:schemeClr val="accent4"/>
          </a:fillRef>
          <a:effectRef idx="1">
            <a:schemeClr val="accent4"/>
          </a:effectRef>
          <a:fontRef idx="minor">
            <a:schemeClr val="lt1"/>
          </a:fontRef>
        </dgm:style>
      </dgm:prSet>
      <dgm:spPr/>
      <dgm:t>
        <a:bodyPr/>
        <a:lstStyle/>
        <a:p>
          <a:r>
            <a:rPr lang="en-US" sz="1900" dirty="0"/>
            <a:t>Address user problems and enhance system  performance.</a:t>
          </a:r>
          <a:endParaRPr lang="en-IN" sz="1900" dirty="0"/>
        </a:p>
      </dgm:t>
    </dgm:pt>
    <dgm:pt modelId="{EAC27A81-97D5-45D4-B38F-E937DA0006E7}" type="parTrans" cxnId="{E09247FA-ADEA-41B1-A1E8-D365BB0527C7}">
      <dgm:prSet/>
      <dgm:spPr/>
      <dgm:t>
        <a:bodyPr/>
        <a:lstStyle/>
        <a:p>
          <a:endParaRPr lang="en-IN"/>
        </a:p>
      </dgm:t>
    </dgm:pt>
    <dgm:pt modelId="{4123FA91-1139-453E-A79C-AFF84A83FCC3}" type="sibTrans" cxnId="{E09247FA-ADEA-41B1-A1E8-D365BB0527C7}">
      <dgm:prSet/>
      <dgm:spPr/>
      <dgm:t>
        <a:bodyPr/>
        <a:lstStyle/>
        <a:p>
          <a:endParaRPr lang="en-IN"/>
        </a:p>
      </dgm:t>
    </dgm:pt>
    <dgm:pt modelId="{CEB01EF6-4C10-460F-9549-4C482EC3E1D4}" type="pres">
      <dgm:prSet presAssocID="{5311F964-29C9-4E03-A927-48DB05AD1B5F}" presName="outerComposite" presStyleCnt="0">
        <dgm:presLayoutVars>
          <dgm:chMax val="5"/>
          <dgm:dir/>
          <dgm:resizeHandles val="exact"/>
        </dgm:presLayoutVars>
      </dgm:prSet>
      <dgm:spPr/>
    </dgm:pt>
    <dgm:pt modelId="{DA8ED510-3135-49A7-883A-F302B2DC29E7}" type="pres">
      <dgm:prSet presAssocID="{5311F964-29C9-4E03-A927-48DB05AD1B5F}" presName="dummyMaxCanvas" presStyleCnt="0">
        <dgm:presLayoutVars/>
      </dgm:prSet>
      <dgm:spPr/>
    </dgm:pt>
    <dgm:pt modelId="{86E6353F-109A-4CE9-9DD7-9E207EBD7132}" type="pres">
      <dgm:prSet presAssocID="{5311F964-29C9-4E03-A927-48DB05AD1B5F}" presName="FiveNodes_1" presStyleLbl="node1" presStyleIdx="0" presStyleCnt="5">
        <dgm:presLayoutVars>
          <dgm:bulletEnabled val="1"/>
        </dgm:presLayoutVars>
      </dgm:prSet>
      <dgm:spPr/>
    </dgm:pt>
    <dgm:pt modelId="{A6151B81-BD1B-4D87-8ED4-BA7EFA2AF73D}" type="pres">
      <dgm:prSet presAssocID="{5311F964-29C9-4E03-A927-48DB05AD1B5F}" presName="FiveNodes_2" presStyleLbl="node1" presStyleIdx="1" presStyleCnt="5" custScaleX="103097">
        <dgm:presLayoutVars>
          <dgm:bulletEnabled val="1"/>
        </dgm:presLayoutVars>
      </dgm:prSet>
      <dgm:spPr/>
    </dgm:pt>
    <dgm:pt modelId="{38D47F38-C435-43C9-91FA-3F3CFF912F30}" type="pres">
      <dgm:prSet presAssocID="{5311F964-29C9-4E03-A927-48DB05AD1B5F}" presName="FiveNodes_3" presStyleLbl="node1" presStyleIdx="2" presStyleCnt="5">
        <dgm:presLayoutVars>
          <dgm:bulletEnabled val="1"/>
        </dgm:presLayoutVars>
      </dgm:prSet>
      <dgm:spPr/>
    </dgm:pt>
    <dgm:pt modelId="{60235CBF-F207-4B0F-B0E8-C36DC19B3C7C}" type="pres">
      <dgm:prSet presAssocID="{5311F964-29C9-4E03-A927-48DB05AD1B5F}" presName="FiveNodes_4" presStyleLbl="node1" presStyleIdx="3" presStyleCnt="5" custScaleX="96573">
        <dgm:presLayoutVars>
          <dgm:bulletEnabled val="1"/>
        </dgm:presLayoutVars>
      </dgm:prSet>
      <dgm:spPr/>
    </dgm:pt>
    <dgm:pt modelId="{CD9E1644-5E2F-4252-B12F-D1DFBCB33A23}" type="pres">
      <dgm:prSet presAssocID="{5311F964-29C9-4E03-A927-48DB05AD1B5F}" presName="FiveNodes_5" presStyleLbl="node1" presStyleIdx="4" presStyleCnt="5" custScaleX="104983">
        <dgm:presLayoutVars>
          <dgm:bulletEnabled val="1"/>
        </dgm:presLayoutVars>
      </dgm:prSet>
      <dgm:spPr/>
    </dgm:pt>
    <dgm:pt modelId="{769BA48B-D803-43B7-BF4E-2BE16EAAEB10}" type="pres">
      <dgm:prSet presAssocID="{5311F964-29C9-4E03-A927-48DB05AD1B5F}" presName="FiveConn_1-2" presStyleLbl="fgAccFollowNode1" presStyleIdx="0" presStyleCnt="4">
        <dgm:presLayoutVars>
          <dgm:bulletEnabled val="1"/>
        </dgm:presLayoutVars>
      </dgm:prSet>
      <dgm:spPr/>
    </dgm:pt>
    <dgm:pt modelId="{F477971D-6F35-4F2B-A50F-5845160B35F2}" type="pres">
      <dgm:prSet presAssocID="{5311F964-29C9-4E03-A927-48DB05AD1B5F}" presName="FiveConn_2-3" presStyleLbl="fgAccFollowNode1" presStyleIdx="1" presStyleCnt="4">
        <dgm:presLayoutVars>
          <dgm:bulletEnabled val="1"/>
        </dgm:presLayoutVars>
      </dgm:prSet>
      <dgm:spPr/>
    </dgm:pt>
    <dgm:pt modelId="{E4A00A21-3521-4C22-81BD-14E97D0AD91E}" type="pres">
      <dgm:prSet presAssocID="{5311F964-29C9-4E03-A927-48DB05AD1B5F}" presName="FiveConn_3-4" presStyleLbl="fgAccFollowNode1" presStyleIdx="2" presStyleCnt="4">
        <dgm:presLayoutVars>
          <dgm:bulletEnabled val="1"/>
        </dgm:presLayoutVars>
      </dgm:prSet>
      <dgm:spPr/>
    </dgm:pt>
    <dgm:pt modelId="{185CD641-864D-4C4A-A2B4-4F199AD0D5D1}" type="pres">
      <dgm:prSet presAssocID="{5311F964-29C9-4E03-A927-48DB05AD1B5F}" presName="FiveConn_4-5" presStyleLbl="fgAccFollowNode1" presStyleIdx="3" presStyleCnt="4">
        <dgm:presLayoutVars>
          <dgm:bulletEnabled val="1"/>
        </dgm:presLayoutVars>
      </dgm:prSet>
      <dgm:spPr/>
    </dgm:pt>
    <dgm:pt modelId="{10E86FDE-6F89-4EB9-93BB-6CA89EA5B494}" type="pres">
      <dgm:prSet presAssocID="{5311F964-29C9-4E03-A927-48DB05AD1B5F}" presName="FiveNodes_1_text" presStyleLbl="node1" presStyleIdx="4" presStyleCnt="5">
        <dgm:presLayoutVars>
          <dgm:bulletEnabled val="1"/>
        </dgm:presLayoutVars>
      </dgm:prSet>
      <dgm:spPr/>
    </dgm:pt>
    <dgm:pt modelId="{0BD5639D-BC38-4A28-AD9A-40DE0E995086}" type="pres">
      <dgm:prSet presAssocID="{5311F964-29C9-4E03-A927-48DB05AD1B5F}" presName="FiveNodes_2_text" presStyleLbl="node1" presStyleIdx="4" presStyleCnt="5">
        <dgm:presLayoutVars>
          <dgm:bulletEnabled val="1"/>
        </dgm:presLayoutVars>
      </dgm:prSet>
      <dgm:spPr/>
    </dgm:pt>
    <dgm:pt modelId="{615A6449-85E6-407E-B9B2-7D311694F925}" type="pres">
      <dgm:prSet presAssocID="{5311F964-29C9-4E03-A927-48DB05AD1B5F}" presName="FiveNodes_3_text" presStyleLbl="node1" presStyleIdx="4" presStyleCnt="5">
        <dgm:presLayoutVars>
          <dgm:bulletEnabled val="1"/>
        </dgm:presLayoutVars>
      </dgm:prSet>
      <dgm:spPr/>
    </dgm:pt>
    <dgm:pt modelId="{A4D076BA-E610-4331-B679-9CE28B7BFC5E}" type="pres">
      <dgm:prSet presAssocID="{5311F964-29C9-4E03-A927-48DB05AD1B5F}" presName="FiveNodes_4_text" presStyleLbl="node1" presStyleIdx="4" presStyleCnt="5">
        <dgm:presLayoutVars>
          <dgm:bulletEnabled val="1"/>
        </dgm:presLayoutVars>
      </dgm:prSet>
      <dgm:spPr/>
    </dgm:pt>
    <dgm:pt modelId="{1F61E75A-A76D-4C15-977C-4462C7F00B18}" type="pres">
      <dgm:prSet presAssocID="{5311F964-29C9-4E03-A927-48DB05AD1B5F}" presName="FiveNodes_5_text" presStyleLbl="node1" presStyleIdx="4" presStyleCnt="5">
        <dgm:presLayoutVars>
          <dgm:bulletEnabled val="1"/>
        </dgm:presLayoutVars>
      </dgm:prSet>
      <dgm:spPr/>
    </dgm:pt>
  </dgm:ptLst>
  <dgm:cxnLst>
    <dgm:cxn modelId="{FC389B0F-FFD4-4D21-9BB9-8C3DE66189E8}" type="presOf" srcId="{C33F16B4-FE3E-4D5D-9BC0-A1A984296462}" destId="{60235CBF-F207-4B0F-B0E8-C36DC19B3C7C}" srcOrd="0" destOrd="0" presId="urn:microsoft.com/office/officeart/2005/8/layout/vProcess5"/>
    <dgm:cxn modelId="{8421FD1D-2638-49EE-A20A-93B900E9AEE3}" type="presOf" srcId="{8C3419E7-2E76-451D-89D8-C32771AE7EC8}" destId="{F477971D-6F35-4F2B-A50F-5845160B35F2}" srcOrd="0" destOrd="0" presId="urn:microsoft.com/office/officeart/2005/8/layout/vProcess5"/>
    <dgm:cxn modelId="{3EDCC95B-3F1F-4CF6-A572-48382B2889A2}" type="presOf" srcId="{CDEBB7C7-6AAF-429E-8975-8D8B727F4F69}" destId="{185CD641-864D-4C4A-A2B4-4F199AD0D5D1}" srcOrd="0" destOrd="0" presId="urn:microsoft.com/office/officeart/2005/8/layout/vProcess5"/>
    <dgm:cxn modelId="{13DAA461-9BD1-492F-8804-1C19A0F5B012}" srcId="{5311F964-29C9-4E03-A927-48DB05AD1B5F}" destId="{C33F16B4-FE3E-4D5D-9BC0-A1A984296462}" srcOrd="3" destOrd="0" parTransId="{7B76C308-684B-430A-B4C5-C5A4B3450BF3}" sibTransId="{CDEBB7C7-6AAF-429E-8975-8D8B727F4F69}"/>
    <dgm:cxn modelId="{7AF4EA43-2C67-4FB5-90CD-408435F9984C}" type="presOf" srcId="{C1A0FB3E-1766-43A3-956E-77DB490CDE6E}" destId="{CD9E1644-5E2F-4252-B12F-D1DFBCB33A23}" srcOrd="0" destOrd="0" presId="urn:microsoft.com/office/officeart/2005/8/layout/vProcess5"/>
    <dgm:cxn modelId="{B73ADC6A-024E-487A-A26C-4545A8F0031F}" type="presOf" srcId="{924A404C-E2E4-4321-A385-C55E2D8CAA18}" destId="{E4A00A21-3521-4C22-81BD-14E97D0AD91E}" srcOrd="0" destOrd="0" presId="urn:microsoft.com/office/officeart/2005/8/layout/vProcess5"/>
    <dgm:cxn modelId="{843FA64D-7829-4C33-BA8C-4A4F4EA69DC7}" type="presOf" srcId="{3EA078F5-21DA-43C1-83B5-2656C7EB4E1F}" destId="{0BD5639D-BC38-4A28-AD9A-40DE0E995086}" srcOrd="1" destOrd="0" presId="urn:microsoft.com/office/officeart/2005/8/layout/vProcess5"/>
    <dgm:cxn modelId="{7EF9EC4E-603B-4A27-A375-DFED11AEF136}" type="presOf" srcId="{9CA8ED81-B2DA-4954-A8B5-F9A0F32038D5}" destId="{615A6449-85E6-407E-B9B2-7D311694F925}" srcOrd="1" destOrd="0" presId="urn:microsoft.com/office/officeart/2005/8/layout/vProcess5"/>
    <dgm:cxn modelId="{AC2CED7A-3A2A-45C8-B371-F79B249E3EED}" srcId="{5311F964-29C9-4E03-A927-48DB05AD1B5F}" destId="{9CA8ED81-B2DA-4954-A8B5-F9A0F32038D5}" srcOrd="2" destOrd="0" parTransId="{8503BF98-6FB3-4C13-97BF-5FF0B09BA93B}" sibTransId="{924A404C-E2E4-4321-A385-C55E2D8CAA18}"/>
    <dgm:cxn modelId="{E5B0677B-FA57-4EA0-908C-AFE781E3D651}" srcId="{5311F964-29C9-4E03-A927-48DB05AD1B5F}" destId="{3EA078F5-21DA-43C1-83B5-2656C7EB4E1F}" srcOrd="1" destOrd="0" parTransId="{865CF0C2-EEF9-4532-96B8-EBBE13AA3727}" sibTransId="{8C3419E7-2E76-451D-89D8-C32771AE7EC8}"/>
    <dgm:cxn modelId="{086777A3-5A3B-479B-A47B-D7CBA00C675A}" type="presOf" srcId="{3EA078F5-21DA-43C1-83B5-2656C7EB4E1F}" destId="{A6151B81-BD1B-4D87-8ED4-BA7EFA2AF73D}" srcOrd="0" destOrd="0" presId="urn:microsoft.com/office/officeart/2005/8/layout/vProcess5"/>
    <dgm:cxn modelId="{09E355AC-7607-4616-B9A0-855624C433A6}" type="presOf" srcId="{C33F16B4-FE3E-4D5D-9BC0-A1A984296462}" destId="{A4D076BA-E610-4331-B679-9CE28B7BFC5E}" srcOrd="1" destOrd="0" presId="urn:microsoft.com/office/officeart/2005/8/layout/vProcess5"/>
    <dgm:cxn modelId="{47079EB4-610B-46C9-8B00-4E0AA8945345}" type="presOf" srcId="{5311F964-29C9-4E03-A927-48DB05AD1B5F}" destId="{CEB01EF6-4C10-460F-9549-4C482EC3E1D4}" srcOrd="0" destOrd="0" presId="urn:microsoft.com/office/officeart/2005/8/layout/vProcess5"/>
    <dgm:cxn modelId="{B6F213BA-50A6-41A8-ADD3-1A7E2843C0D3}" type="presOf" srcId="{2FD97E92-A2BA-4FF3-918F-3325AD08606B}" destId="{10E86FDE-6F89-4EB9-93BB-6CA89EA5B494}" srcOrd="1" destOrd="0" presId="urn:microsoft.com/office/officeart/2005/8/layout/vProcess5"/>
    <dgm:cxn modelId="{5757DBD6-4971-4C3C-BDF0-1ABB0E7AF373}" type="presOf" srcId="{885F27DB-0BEC-436C-95C0-F587B8A0EEF6}" destId="{769BA48B-D803-43B7-BF4E-2BE16EAAEB10}" srcOrd="0" destOrd="0" presId="urn:microsoft.com/office/officeart/2005/8/layout/vProcess5"/>
    <dgm:cxn modelId="{81BFB4DE-6925-47EB-9845-F6E42F27FAFF}" type="presOf" srcId="{2FD97E92-A2BA-4FF3-918F-3325AD08606B}" destId="{86E6353F-109A-4CE9-9DD7-9E207EBD7132}" srcOrd="0" destOrd="0" presId="urn:microsoft.com/office/officeart/2005/8/layout/vProcess5"/>
    <dgm:cxn modelId="{ABC28FEC-68B0-4B02-861F-5D560EE36AE0}" type="presOf" srcId="{C1A0FB3E-1766-43A3-956E-77DB490CDE6E}" destId="{1F61E75A-A76D-4C15-977C-4462C7F00B18}" srcOrd="1" destOrd="0" presId="urn:microsoft.com/office/officeart/2005/8/layout/vProcess5"/>
    <dgm:cxn modelId="{A354F7ED-8682-4FB6-A228-9852A09D7CC5}" srcId="{5311F964-29C9-4E03-A927-48DB05AD1B5F}" destId="{2FD97E92-A2BA-4FF3-918F-3325AD08606B}" srcOrd="0" destOrd="0" parTransId="{BBE6585F-50D8-46BA-9995-4C6D660AE480}" sibTransId="{885F27DB-0BEC-436C-95C0-F587B8A0EEF6}"/>
    <dgm:cxn modelId="{D5BE5CF1-EDD8-4628-870A-5E1FD6E4532D}" type="presOf" srcId="{9CA8ED81-B2DA-4954-A8B5-F9A0F32038D5}" destId="{38D47F38-C435-43C9-91FA-3F3CFF912F30}" srcOrd="0" destOrd="0" presId="urn:microsoft.com/office/officeart/2005/8/layout/vProcess5"/>
    <dgm:cxn modelId="{E09247FA-ADEA-41B1-A1E8-D365BB0527C7}" srcId="{5311F964-29C9-4E03-A927-48DB05AD1B5F}" destId="{C1A0FB3E-1766-43A3-956E-77DB490CDE6E}" srcOrd="4" destOrd="0" parTransId="{EAC27A81-97D5-45D4-B38F-E937DA0006E7}" sibTransId="{4123FA91-1139-453E-A79C-AFF84A83FCC3}"/>
    <dgm:cxn modelId="{156A39DC-81F6-4AAB-9B48-B066F669A3D5}" type="presParOf" srcId="{CEB01EF6-4C10-460F-9549-4C482EC3E1D4}" destId="{DA8ED510-3135-49A7-883A-F302B2DC29E7}" srcOrd="0" destOrd="0" presId="urn:microsoft.com/office/officeart/2005/8/layout/vProcess5"/>
    <dgm:cxn modelId="{8E064A7F-798D-45BD-BB09-C697682B2BEA}" type="presParOf" srcId="{CEB01EF6-4C10-460F-9549-4C482EC3E1D4}" destId="{86E6353F-109A-4CE9-9DD7-9E207EBD7132}" srcOrd="1" destOrd="0" presId="urn:microsoft.com/office/officeart/2005/8/layout/vProcess5"/>
    <dgm:cxn modelId="{4E464B66-B117-46C8-987D-31B07DBFA950}" type="presParOf" srcId="{CEB01EF6-4C10-460F-9549-4C482EC3E1D4}" destId="{A6151B81-BD1B-4D87-8ED4-BA7EFA2AF73D}" srcOrd="2" destOrd="0" presId="urn:microsoft.com/office/officeart/2005/8/layout/vProcess5"/>
    <dgm:cxn modelId="{C22C83D3-8640-4E74-999E-7E76A72388A0}" type="presParOf" srcId="{CEB01EF6-4C10-460F-9549-4C482EC3E1D4}" destId="{38D47F38-C435-43C9-91FA-3F3CFF912F30}" srcOrd="3" destOrd="0" presId="urn:microsoft.com/office/officeart/2005/8/layout/vProcess5"/>
    <dgm:cxn modelId="{486A0A99-6B1F-4698-8AF1-67137C9C2BF0}" type="presParOf" srcId="{CEB01EF6-4C10-460F-9549-4C482EC3E1D4}" destId="{60235CBF-F207-4B0F-B0E8-C36DC19B3C7C}" srcOrd="4" destOrd="0" presId="urn:microsoft.com/office/officeart/2005/8/layout/vProcess5"/>
    <dgm:cxn modelId="{BC535538-0273-4238-8FEE-DDE3AE115602}" type="presParOf" srcId="{CEB01EF6-4C10-460F-9549-4C482EC3E1D4}" destId="{CD9E1644-5E2F-4252-B12F-D1DFBCB33A23}" srcOrd="5" destOrd="0" presId="urn:microsoft.com/office/officeart/2005/8/layout/vProcess5"/>
    <dgm:cxn modelId="{625D9DBF-B519-496E-9338-971A1B8A532E}" type="presParOf" srcId="{CEB01EF6-4C10-460F-9549-4C482EC3E1D4}" destId="{769BA48B-D803-43B7-BF4E-2BE16EAAEB10}" srcOrd="6" destOrd="0" presId="urn:microsoft.com/office/officeart/2005/8/layout/vProcess5"/>
    <dgm:cxn modelId="{1F62A9C5-BB13-42E0-8486-70ABCAFACE97}" type="presParOf" srcId="{CEB01EF6-4C10-460F-9549-4C482EC3E1D4}" destId="{F477971D-6F35-4F2B-A50F-5845160B35F2}" srcOrd="7" destOrd="0" presId="urn:microsoft.com/office/officeart/2005/8/layout/vProcess5"/>
    <dgm:cxn modelId="{0CCB1B7A-970E-43E3-9D36-CFD31212F7D1}" type="presParOf" srcId="{CEB01EF6-4C10-460F-9549-4C482EC3E1D4}" destId="{E4A00A21-3521-4C22-81BD-14E97D0AD91E}" srcOrd="8" destOrd="0" presId="urn:microsoft.com/office/officeart/2005/8/layout/vProcess5"/>
    <dgm:cxn modelId="{04B8712B-4D15-44ED-AD84-1E3DC5406BBE}" type="presParOf" srcId="{CEB01EF6-4C10-460F-9549-4C482EC3E1D4}" destId="{185CD641-864D-4C4A-A2B4-4F199AD0D5D1}" srcOrd="9" destOrd="0" presId="urn:microsoft.com/office/officeart/2005/8/layout/vProcess5"/>
    <dgm:cxn modelId="{06EBD69B-D63A-4FD1-923F-A0C5D96F57E2}" type="presParOf" srcId="{CEB01EF6-4C10-460F-9549-4C482EC3E1D4}" destId="{10E86FDE-6F89-4EB9-93BB-6CA89EA5B494}" srcOrd="10" destOrd="0" presId="urn:microsoft.com/office/officeart/2005/8/layout/vProcess5"/>
    <dgm:cxn modelId="{8B04359C-980A-4ABD-B98A-7706D262F102}" type="presParOf" srcId="{CEB01EF6-4C10-460F-9549-4C482EC3E1D4}" destId="{0BD5639D-BC38-4A28-AD9A-40DE0E995086}" srcOrd="11" destOrd="0" presId="urn:microsoft.com/office/officeart/2005/8/layout/vProcess5"/>
    <dgm:cxn modelId="{48BF9904-C54A-412C-BC1F-20A4D0BD678E}" type="presParOf" srcId="{CEB01EF6-4C10-460F-9549-4C482EC3E1D4}" destId="{615A6449-85E6-407E-B9B2-7D311694F925}" srcOrd="12" destOrd="0" presId="urn:microsoft.com/office/officeart/2005/8/layout/vProcess5"/>
    <dgm:cxn modelId="{A7ADE483-CD08-4F03-B8CF-EBEDCB5C71EB}" type="presParOf" srcId="{CEB01EF6-4C10-460F-9549-4C482EC3E1D4}" destId="{A4D076BA-E610-4331-B679-9CE28B7BFC5E}" srcOrd="13" destOrd="0" presId="urn:microsoft.com/office/officeart/2005/8/layout/vProcess5"/>
    <dgm:cxn modelId="{7929A38F-3D72-4BF5-943B-F4CCBD507554}" type="presParOf" srcId="{CEB01EF6-4C10-460F-9549-4C482EC3E1D4}" destId="{1F61E75A-A76D-4C15-977C-4462C7F00B1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F0CC09-6F9B-4AC1-96DB-B92651481CE5}">
      <dsp:nvSpPr>
        <dsp:cNvPr id="0" name=""/>
        <dsp:cNvSpPr/>
      </dsp:nvSpPr>
      <dsp:spPr>
        <a:xfrm>
          <a:off x="4476" y="347951"/>
          <a:ext cx="1957220" cy="1174332"/>
        </a:xfrm>
        <a:prstGeom prst="roundRect">
          <a:avLst>
            <a:gd name="adj" fmla="val 10000"/>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Browser</a:t>
          </a:r>
        </a:p>
        <a:p>
          <a:pPr marL="0" lvl="0" indent="0" algn="ctr" defTabSz="844550">
            <a:lnSpc>
              <a:spcPct val="90000"/>
            </a:lnSpc>
            <a:spcBef>
              <a:spcPct val="0"/>
            </a:spcBef>
            <a:spcAft>
              <a:spcPct val="35000"/>
            </a:spcAft>
            <a:buNone/>
          </a:pPr>
          <a:r>
            <a:rPr lang="en-IN" sz="1900" i="1" kern="1200" dirty="0"/>
            <a:t> User Interface</a:t>
          </a:r>
        </a:p>
      </dsp:txBody>
      <dsp:txXfrm>
        <a:off x="38871" y="382346"/>
        <a:ext cx="1888430" cy="1105542"/>
      </dsp:txXfrm>
    </dsp:sp>
    <dsp:sp modelId="{52ED30FB-F25B-47CB-83F1-032BF099EBA7}">
      <dsp:nvSpPr>
        <dsp:cNvPr id="0" name=""/>
        <dsp:cNvSpPr/>
      </dsp:nvSpPr>
      <dsp:spPr>
        <a:xfrm>
          <a:off x="2157419" y="692422"/>
          <a:ext cx="414930" cy="485390"/>
        </a:xfrm>
        <a:prstGeom prst="rightArrow">
          <a:avLst>
            <a:gd name="adj1" fmla="val 60000"/>
            <a:gd name="adj2" fmla="val 5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IN" sz="2200" kern="1200"/>
        </a:p>
      </dsp:txBody>
      <dsp:txXfrm>
        <a:off x="2157419" y="789500"/>
        <a:ext cx="290451" cy="291234"/>
      </dsp:txXfrm>
    </dsp:sp>
    <dsp:sp modelId="{4A68887B-D688-4D25-A7AC-634E1B8D273E}">
      <dsp:nvSpPr>
        <dsp:cNvPr id="0" name=""/>
        <dsp:cNvSpPr/>
      </dsp:nvSpPr>
      <dsp:spPr>
        <a:xfrm>
          <a:off x="2744585" y="347951"/>
          <a:ext cx="1957220" cy="1174332"/>
        </a:xfrm>
        <a:prstGeom prst="roundRect">
          <a:avLst>
            <a:gd name="adj" fmla="val 10000"/>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Flask App</a:t>
          </a:r>
          <a:br>
            <a:rPr lang="en-IN" sz="1900" b="1" kern="1200" dirty="0"/>
          </a:br>
          <a:r>
            <a:rPr lang="en-IN" sz="1900" i="1" kern="1200" dirty="0"/>
            <a:t>app.py Backend</a:t>
          </a:r>
          <a:endParaRPr lang="en-IN" sz="1900" kern="1200" dirty="0"/>
        </a:p>
      </dsp:txBody>
      <dsp:txXfrm>
        <a:off x="2778980" y="382346"/>
        <a:ext cx="1888430" cy="1105542"/>
      </dsp:txXfrm>
    </dsp:sp>
    <dsp:sp modelId="{159B20D5-BD99-4437-85FD-6C60D288098E}">
      <dsp:nvSpPr>
        <dsp:cNvPr id="0" name=""/>
        <dsp:cNvSpPr/>
      </dsp:nvSpPr>
      <dsp:spPr>
        <a:xfrm>
          <a:off x="4897528" y="692422"/>
          <a:ext cx="414930" cy="485390"/>
        </a:xfrm>
        <a:prstGeom prst="rightArrow">
          <a:avLst>
            <a:gd name="adj1" fmla="val 60000"/>
            <a:gd name="adj2" fmla="val 5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IN" sz="2200" kern="1200"/>
        </a:p>
      </dsp:txBody>
      <dsp:txXfrm>
        <a:off x="4897528" y="789500"/>
        <a:ext cx="290451" cy="291234"/>
      </dsp:txXfrm>
    </dsp:sp>
    <dsp:sp modelId="{7D9DFC58-34D0-4573-9691-5C9196169F5F}">
      <dsp:nvSpPr>
        <dsp:cNvPr id="0" name=""/>
        <dsp:cNvSpPr/>
      </dsp:nvSpPr>
      <dsp:spPr>
        <a:xfrm>
          <a:off x="5484695" y="347951"/>
          <a:ext cx="1957220" cy="1174332"/>
        </a:xfrm>
        <a:prstGeom prst="roundRect">
          <a:avLst>
            <a:gd name="adj" fmla="val 10000"/>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Hugging Face</a:t>
          </a:r>
          <a:br>
            <a:rPr lang="en-US" sz="1900" kern="1200" dirty="0"/>
          </a:br>
          <a:r>
            <a:rPr lang="en-US" sz="1900" i="1" kern="1200" dirty="0"/>
            <a:t>AI API</a:t>
          </a:r>
          <a:endParaRPr lang="en-IN" sz="1900" i="1" kern="1200" dirty="0"/>
        </a:p>
      </dsp:txBody>
      <dsp:txXfrm>
        <a:off x="5519090" y="382346"/>
        <a:ext cx="1888430" cy="1105542"/>
      </dsp:txXfrm>
    </dsp:sp>
    <dsp:sp modelId="{16B0897C-6CE3-40FA-A5F8-556698719A81}">
      <dsp:nvSpPr>
        <dsp:cNvPr id="0" name=""/>
        <dsp:cNvSpPr/>
      </dsp:nvSpPr>
      <dsp:spPr>
        <a:xfrm>
          <a:off x="7637638" y="692422"/>
          <a:ext cx="414930" cy="485390"/>
        </a:xfrm>
        <a:prstGeom prst="rightArrow">
          <a:avLst>
            <a:gd name="adj1" fmla="val 60000"/>
            <a:gd name="adj2" fmla="val 5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IN" sz="2200" kern="1200"/>
        </a:p>
      </dsp:txBody>
      <dsp:txXfrm>
        <a:off x="7637638" y="789500"/>
        <a:ext cx="290451" cy="291234"/>
      </dsp:txXfrm>
    </dsp:sp>
    <dsp:sp modelId="{48893E57-C314-4A3E-B26B-6B7829D55FB0}">
      <dsp:nvSpPr>
        <dsp:cNvPr id="0" name=""/>
        <dsp:cNvSpPr/>
      </dsp:nvSpPr>
      <dsp:spPr>
        <a:xfrm>
          <a:off x="8224804" y="347951"/>
          <a:ext cx="1957220" cy="1174332"/>
        </a:xfrm>
        <a:prstGeom prst="roundRect">
          <a:avLst>
            <a:gd name="adj" fmla="val 10000"/>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SQLite DB</a:t>
          </a:r>
          <a:br>
            <a:rPr lang="en-IN" sz="1900" b="1" kern="1200" dirty="0"/>
          </a:br>
          <a:r>
            <a:rPr lang="en-IN" sz="1900" i="1" kern="1200" dirty="0" err="1"/>
            <a:t>codegenie.db</a:t>
          </a:r>
          <a:endParaRPr lang="en-IN" sz="1900" kern="1200" dirty="0"/>
        </a:p>
      </dsp:txBody>
      <dsp:txXfrm>
        <a:off x="8259199" y="382346"/>
        <a:ext cx="1888430" cy="11055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503112-10FA-4D56-B1C9-D56D65A19FF3}">
      <dsp:nvSpPr>
        <dsp:cNvPr id="0" name=""/>
        <dsp:cNvSpPr/>
      </dsp:nvSpPr>
      <dsp:spPr>
        <a:xfrm>
          <a:off x="0" y="0"/>
          <a:ext cx="7188202" cy="472831"/>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User selects language &amp; types prompt</a:t>
          </a:r>
        </a:p>
      </dsp:txBody>
      <dsp:txXfrm>
        <a:off x="13849" y="13849"/>
        <a:ext cx="6622659" cy="445133"/>
      </dsp:txXfrm>
    </dsp:sp>
    <dsp:sp modelId="{30F82236-4C96-416C-9248-EBF5441F649C}">
      <dsp:nvSpPr>
        <dsp:cNvPr id="0" name=""/>
        <dsp:cNvSpPr/>
      </dsp:nvSpPr>
      <dsp:spPr>
        <a:xfrm>
          <a:off x="536781" y="538502"/>
          <a:ext cx="7188202" cy="472831"/>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Sends request to Flask ,builds system prompt</a:t>
          </a:r>
        </a:p>
      </dsp:txBody>
      <dsp:txXfrm>
        <a:off x="550630" y="552351"/>
        <a:ext cx="6316382" cy="445133"/>
      </dsp:txXfrm>
    </dsp:sp>
    <dsp:sp modelId="{B22F3589-6B01-40C1-95DC-C96567A027B4}">
      <dsp:nvSpPr>
        <dsp:cNvPr id="0" name=""/>
        <dsp:cNvSpPr/>
      </dsp:nvSpPr>
      <dsp:spPr>
        <a:xfrm>
          <a:off x="1073562" y="1077004"/>
          <a:ext cx="7188202" cy="472831"/>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Hugging Face API generates code(with fall back model)</a:t>
          </a:r>
        </a:p>
      </dsp:txBody>
      <dsp:txXfrm>
        <a:off x="1087411" y="1090853"/>
        <a:ext cx="6316382" cy="445133"/>
      </dsp:txXfrm>
    </dsp:sp>
    <dsp:sp modelId="{1DE123C6-5B1F-4678-9D1B-E1B3A90989ED}">
      <dsp:nvSpPr>
        <dsp:cNvPr id="0" name=""/>
        <dsp:cNvSpPr/>
      </dsp:nvSpPr>
      <dsp:spPr>
        <a:xfrm>
          <a:off x="1610344" y="1615506"/>
          <a:ext cx="7188202" cy="472831"/>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Response Split  into code + explanation</a:t>
          </a:r>
        </a:p>
      </dsp:txBody>
      <dsp:txXfrm>
        <a:off x="1624193" y="1629355"/>
        <a:ext cx="6316382" cy="445133"/>
      </dsp:txXfrm>
    </dsp:sp>
    <dsp:sp modelId="{F7039B08-D306-43EE-A666-507E2B5BC0DD}">
      <dsp:nvSpPr>
        <dsp:cNvPr id="0" name=""/>
        <dsp:cNvSpPr/>
      </dsp:nvSpPr>
      <dsp:spPr>
        <a:xfrm>
          <a:off x="2147125" y="2154008"/>
          <a:ext cx="7188202" cy="472831"/>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Frontend highlights code and shows explanation</a:t>
          </a:r>
        </a:p>
      </dsp:txBody>
      <dsp:txXfrm>
        <a:off x="2160974" y="2167857"/>
        <a:ext cx="6316382" cy="445133"/>
      </dsp:txXfrm>
    </dsp:sp>
    <dsp:sp modelId="{8475008F-7BFC-449F-B700-8041952BA11C}">
      <dsp:nvSpPr>
        <dsp:cNvPr id="0" name=""/>
        <dsp:cNvSpPr/>
      </dsp:nvSpPr>
      <dsp:spPr>
        <a:xfrm>
          <a:off x="6880862" y="345429"/>
          <a:ext cx="307340" cy="307340"/>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6950014" y="345429"/>
        <a:ext cx="169037" cy="231273"/>
      </dsp:txXfrm>
    </dsp:sp>
    <dsp:sp modelId="{6AC36562-A7E2-4465-AEA9-8FDC3BC872ED}">
      <dsp:nvSpPr>
        <dsp:cNvPr id="0" name=""/>
        <dsp:cNvSpPr/>
      </dsp:nvSpPr>
      <dsp:spPr>
        <a:xfrm>
          <a:off x="7417643" y="883931"/>
          <a:ext cx="307340" cy="307340"/>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7486795" y="883931"/>
        <a:ext cx="169037" cy="231273"/>
      </dsp:txXfrm>
    </dsp:sp>
    <dsp:sp modelId="{7201BFF5-AC33-4779-B6D4-8984495DA2A6}">
      <dsp:nvSpPr>
        <dsp:cNvPr id="0" name=""/>
        <dsp:cNvSpPr/>
      </dsp:nvSpPr>
      <dsp:spPr>
        <a:xfrm>
          <a:off x="7954425" y="1414553"/>
          <a:ext cx="307340" cy="307340"/>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8023577" y="1414553"/>
        <a:ext cx="169037" cy="231273"/>
      </dsp:txXfrm>
    </dsp:sp>
    <dsp:sp modelId="{3435E333-2B06-460D-88A6-0925803D8965}">
      <dsp:nvSpPr>
        <dsp:cNvPr id="0" name=""/>
        <dsp:cNvSpPr/>
      </dsp:nvSpPr>
      <dsp:spPr>
        <a:xfrm>
          <a:off x="8491206" y="1958309"/>
          <a:ext cx="307340" cy="307340"/>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8560358" y="1958309"/>
        <a:ext cx="169037" cy="2312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E6353F-109A-4CE9-9DD7-9E207EBD7132}">
      <dsp:nvSpPr>
        <dsp:cNvPr id="0" name=""/>
        <dsp:cNvSpPr/>
      </dsp:nvSpPr>
      <dsp:spPr>
        <a:xfrm>
          <a:off x="-96806" y="0"/>
          <a:ext cx="7770906" cy="866639"/>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Sign In with Admin Credentials</a:t>
          </a:r>
        </a:p>
      </dsp:txBody>
      <dsp:txXfrm>
        <a:off x="-71423" y="25383"/>
        <a:ext cx="6734338" cy="815873"/>
      </dsp:txXfrm>
    </dsp:sp>
    <dsp:sp modelId="{A6151B81-BD1B-4D87-8ED4-BA7EFA2AF73D}">
      <dsp:nvSpPr>
        <dsp:cNvPr id="0" name=""/>
        <dsp:cNvSpPr/>
      </dsp:nvSpPr>
      <dsp:spPr>
        <a:xfrm>
          <a:off x="363156" y="987006"/>
          <a:ext cx="8011571" cy="866639"/>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View overall statistics (users, languages used, ratings)</a:t>
          </a:r>
        </a:p>
      </dsp:txBody>
      <dsp:txXfrm>
        <a:off x="388539" y="1012389"/>
        <a:ext cx="6781777" cy="815873"/>
      </dsp:txXfrm>
    </dsp:sp>
    <dsp:sp modelId="{38D47F38-C435-43C9-91FA-3F3CFF912F30}">
      <dsp:nvSpPr>
        <dsp:cNvPr id="0" name=""/>
        <dsp:cNvSpPr/>
      </dsp:nvSpPr>
      <dsp:spPr>
        <a:xfrm>
          <a:off x="1063783" y="1974012"/>
          <a:ext cx="7770906" cy="866639"/>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t>Track registered users , comments and timestamps</a:t>
          </a:r>
        </a:p>
      </dsp:txBody>
      <dsp:txXfrm>
        <a:off x="1089166" y="1999395"/>
        <a:ext cx="6576530" cy="815873"/>
      </dsp:txXfrm>
    </dsp:sp>
    <dsp:sp modelId="{60235CBF-F207-4B0F-B0E8-C36DC19B3C7C}">
      <dsp:nvSpPr>
        <dsp:cNvPr id="0" name=""/>
        <dsp:cNvSpPr/>
      </dsp:nvSpPr>
      <dsp:spPr>
        <a:xfrm>
          <a:off x="1777233" y="2961018"/>
          <a:ext cx="7504598" cy="866639"/>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Analyze ratings and comments to identify trends</a:t>
          </a:r>
          <a:endParaRPr lang="en-IN" sz="1900" kern="1200" dirty="0"/>
        </a:p>
      </dsp:txBody>
      <dsp:txXfrm>
        <a:off x="1802616" y="2986401"/>
        <a:ext cx="6349412" cy="815873"/>
      </dsp:txXfrm>
    </dsp:sp>
    <dsp:sp modelId="{CD9E1644-5E2F-4252-B12F-D1DFBCB33A23}">
      <dsp:nvSpPr>
        <dsp:cNvPr id="0" name=""/>
        <dsp:cNvSpPr/>
      </dsp:nvSpPr>
      <dsp:spPr>
        <a:xfrm>
          <a:off x="2030761" y="3948025"/>
          <a:ext cx="8158131" cy="866639"/>
        </a:xfrm>
        <a:prstGeom prst="roundRect">
          <a:avLst>
            <a:gd name="adj" fmla="val 10000"/>
          </a:avLst>
        </a:prstGeom>
        <a:solidFill>
          <a:schemeClr val="accent4"/>
        </a:solidFill>
        <a:ln w="25400" cap="rnd" cmpd="sng" algn="ctr">
          <a:solidFill>
            <a:schemeClr val="lt1"/>
          </a:solidFill>
          <a:prstDash val="solid"/>
        </a:ln>
        <a:effectLst/>
      </dsp:spPr>
      <dsp:style>
        <a:lnRef idx="3">
          <a:schemeClr val="lt1"/>
        </a:lnRef>
        <a:fillRef idx="1">
          <a:schemeClr val="accent4"/>
        </a:fillRef>
        <a:effectRef idx="1">
          <a:schemeClr val="accent4"/>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Address user problems and enhance system  performance.</a:t>
          </a:r>
          <a:endParaRPr lang="en-IN" sz="1900" kern="1200" dirty="0"/>
        </a:p>
      </dsp:txBody>
      <dsp:txXfrm>
        <a:off x="2056144" y="3973408"/>
        <a:ext cx="6906768" cy="815873"/>
      </dsp:txXfrm>
    </dsp:sp>
    <dsp:sp modelId="{769BA48B-D803-43B7-BF4E-2BE16EAAEB10}">
      <dsp:nvSpPr>
        <dsp:cNvPr id="0" name=""/>
        <dsp:cNvSpPr/>
      </dsp:nvSpPr>
      <dsp:spPr>
        <a:xfrm>
          <a:off x="7110785" y="633128"/>
          <a:ext cx="563315" cy="563315"/>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IN" sz="2700" kern="1200"/>
        </a:p>
      </dsp:txBody>
      <dsp:txXfrm>
        <a:off x="7237531" y="633128"/>
        <a:ext cx="309823" cy="423895"/>
      </dsp:txXfrm>
    </dsp:sp>
    <dsp:sp modelId="{F477971D-6F35-4F2B-A50F-5845160B35F2}">
      <dsp:nvSpPr>
        <dsp:cNvPr id="0" name=""/>
        <dsp:cNvSpPr/>
      </dsp:nvSpPr>
      <dsp:spPr>
        <a:xfrm>
          <a:off x="7691080" y="1620134"/>
          <a:ext cx="563315" cy="563315"/>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IN" sz="2700" kern="1200"/>
        </a:p>
      </dsp:txBody>
      <dsp:txXfrm>
        <a:off x="7817826" y="1620134"/>
        <a:ext cx="309823" cy="423895"/>
      </dsp:txXfrm>
    </dsp:sp>
    <dsp:sp modelId="{E4A00A21-3521-4C22-81BD-14E97D0AD91E}">
      <dsp:nvSpPr>
        <dsp:cNvPr id="0" name=""/>
        <dsp:cNvSpPr/>
      </dsp:nvSpPr>
      <dsp:spPr>
        <a:xfrm>
          <a:off x="8271375" y="2592697"/>
          <a:ext cx="563315" cy="563315"/>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IN" sz="2700" kern="1200"/>
        </a:p>
      </dsp:txBody>
      <dsp:txXfrm>
        <a:off x="8398121" y="2592697"/>
        <a:ext cx="309823" cy="423895"/>
      </dsp:txXfrm>
    </dsp:sp>
    <dsp:sp modelId="{185CD641-864D-4C4A-A2B4-4F199AD0D5D1}">
      <dsp:nvSpPr>
        <dsp:cNvPr id="0" name=""/>
        <dsp:cNvSpPr/>
      </dsp:nvSpPr>
      <dsp:spPr>
        <a:xfrm>
          <a:off x="8851670" y="3589332"/>
          <a:ext cx="563315" cy="563315"/>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IN" sz="2700" kern="1200"/>
        </a:p>
      </dsp:txBody>
      <dsp:txXfrm>
        <a:off x="8978416" y="3589332"/>
        <a:ext cx="309823" cy="42389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8DDDEA-63BC-40A0-8BC0-D6413F38691F}" type="datetimeFigureOut">
              <a:rPr lang="en-US" smtClean="0"/>
              <a:t>3/20/2026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06F76E-E60C-4C54-B47A-C2C406EC8F72}" type="slidenum">
              <a:rPr lang="en-US" smtClean="0"/>
              <a:t>‹#›</a:t>
            </a:fld>
            <a:endParaRPr lang="en-US" dirty="0"/>
          </a:p>
        </p:txBody>
      </p:sp>
    </p:spTree>
    <p:extLst>
      <p:ext uri="{BB962C8B-B14F-4D97-AF65-F5344CB8AC3E}">
        <p14:creationId xmlns:p14="http://schemas.microsoft.com/office/powerpoint/2010/main" val="2987483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1689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306F76E-E60C-4C54-B47A-C2C406EC8F72}" type="slidenum">
              <a:rPr lang="en-US" smtClean="0"/>
              <a:t>5</a:t>
            </a:fld>
            <a:endParaRPr lang="en-US" dirty="0"/>
          </a:p>
        </p:txBody>
      </p:sp>
    </p:spTree>
    <p:extLst>
      <p:ext uri="{BB962C8B-B14F-4D97-AF65-F5344CB8AC3E}">
        <p14:creationId xmlns:p14="http://schemas.microsoft.com/office/powerpoint/2010/main" val="2259944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3/20/2026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357234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3/20/2026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156201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3/20/2026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4859883"/>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5235465"/>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114568"/>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2773083"/>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21586289"/>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3/20/2026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3153062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3/20/2026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584080"/>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3/20/2026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652198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ransition spd="slow">
    <p:push dir="u"/>
  </p:transition>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allpaperaccess.com/ai-technology"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hyperlink" Target="https://engineer-slxn.onrender.com/what-is-an-ai-software-engine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7">
            <a:extLst>
              <a:ext uri="{FF2B5EF4-FFF2-40B4-BE49-F238E27FC236}">
                <a16:creationId xmlns:a16="http://schemas.microsoft.com/office/drawing/2014/main" id="{6B695AA2-4B70-477F-AF90-536B720A1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2020104020203"/>
              <a:ea typeface="+mn-ea"/>
              <a:cs typeface="+mn-cs"/>
            </a:endParaRPr>
          </a:p>
        </p:txBody>
      </p:sp>
      <p:pic>
        <p:nvPicPr>
          <p:cNvPr id="8" name="Picture 7">
            <a:extLst>
              <a:ext uri="{FF2B5EF4-FFF2-40B4-BE49-F238E27FC236}">
                <a16:creationId xmlns:a16="http://schemas.microsoft.com/office/drawing/2014/main" id="{F0B92F21-44D0-49F2-B59D-6723737D9B5C}"/>
              </a:ext>
            </a:extLst>
          </p:cNvPr>
          <p:cNvPicPr>
            <a:picLocks noChangeAspect="1"/>
          </p:cNvPicPr>
          <p:nvPr/>
        </p:nvPicPr>
        <p:blipFill>
          <a:blip r:embed="rId2">
            <a:alphaModFix amt="40000"/>
            <a:extLst>
              <a:ext uri="{837473B0-CC2E-450A-ABE3-18F120FF3D39}">
                <a1611:picAttrSrcUrl xmlns:a1611="http://schemas.microsoft.com/office/drawing/2016/11/main" r:id="rId3"/>
              </a:ext>
            </a:extLst>
          </a:blip>
          <a:srcRect/>
          <a:stretch/>
        </p:blipFill>
        <p:spPr>
          <a:xfrm>
            <a:off x="-18024" y="12"/>
            <a:ext cx="12191980" cy="6857988"/>
          </a:xfrm>
          <a:prstGeom prst="rect">
            <a:avLst/>
          </a:prstGeom>
        </p:spPr>
      </p:pic>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965201" y="1020431"/>
            <a:ext cx="10225530" cy="1475013"/>
          </a:xfrm>
        </p:spPr>
        <p:txBody>
          <a:bodyPr>
            <a:normAutofit/>
          </a:bodyPr>
          <a:lstStyle/>
          <a:p>
            <a:r>
              <a:rPr lang="en-US" sz="4700" dirty="0">
                <a:solidFill>
                  <a:schemeClr val="tx1"/>
                </a:solidFill>
              </a:rPr>
              <a:t>CODEGENIE</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1001269" y="2495444"/>
            <a:ext cx="10360997" cy="518688"/>
          </a:xfrm>
        </p:spPr>
        <p:txBody>
          <a:bodyPr>
            <a:noAutofit/>
          </a:bodyPr>
          <a:lstStyle/>
          <a:p>
            <a:r>
              <a:rPr lang="en-US" sz="1700" dirty="0">
                <a:solidFill>
                  <a:schemeClr val="tx1"/>
                </a:solidFill>
              </a:rPr>
              <a:t>AI EXPLAINER AND CODE GENERATOR</a:t>
            </a:r>
          </a:p>
        </p:txBody>
      </p:sp>
      <p:sp>
        <p:nvSpPr>
          <p:cNvPr id="4" name="Subtitle 2">
            <a:extLst>
              <a:ext uri="{FF2B5EF4-FFF2-40B4-BE49-F238E27FC236}">
                <a16:creationId xmlns:a16="http://schemas.microsoft.com/office/drawing/2014/main" id="{AEA41559-35F6-DA7A-A1D4-19925BA14289}"/>
              </a:ext>
            </a:extLst>
          </p:cNvPr>
          <p:cNvSpPr txBox="1">
            <a:spLocks/>
          </p:cNvSpPr>
          <p:nvPr/>
        </p:nvSpPr>
        <p:spPr>
          <a:xfrm>
            <a:off x="9097605" y="5740383"/>
            <a:ext cx="3551596" cy="1117605"/>
          </a:xfrm>
          <a:prstGeom prst="rect">
            <a:avLst/>
          </a:prstGeom>
        </p:spPr>
        <p:txBody>
          <a:bodyPr vert="horz" lIns="91440" tIns="45720" rIns="91440" bIns="45720" rtlCol="0" anchor="t">
            <a:noAutofit/>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cap="all">
                <a:solidFill>
                  <a:schemeClr val="accent1"/>
                </a:solidFill>
                <a:latin typeface="+mn-lt"/>
                <a:ea typeface="+mn-ea"/>
                <a:cs typeface="+mn-cs"/>
              </a:defRPr>
            </a:lvl1pPr>
            <a:lvl2pPr marL="4572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4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1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1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sz="1700" dirty="0">
                <a:solidFill>
                  <a:schemeClr val="tx1"/>
                </a:solidFill>
              </a:rPr>
              <a:t>Presented By:-</a:t>
            </a:r>
          </a:p>
          <a:p>
            <a:r>
              <a:rPr lang="en-US" sz="1700" dirty="0">
                <a:solidFill>
                  <a:schemeClr val="tx1"/>
                </a:solidFill>
              </a:rPr>
              <a:t>Sukrutha </a:t>
            </a:r>
            <a:r>
              <a:rPr lang="en-US" sz="1700" dirty="0" err="1">
                <a:solidFill>
                  <a:schemeClr val="tx1"/>
                </a:solidFill>
              </a:rPr>
              <a:t>bodapally</a:t>
            </a:r>
            <a:endParaRPr lang="en-US" sz="1700" dirty="0">
              <a:solidFill>
                <a:schemeClr val="tx1"/>
              </a:solidFill>
            </a:endParaRPr>
          </a:p>
        </p:txBody>
      </p:sp>
    </p:spTree>
    <p:extLst>
      <p:ext uri="{BB962C8B-B14F-4D97-AF65-F5344CB8AC3E}">
        <p14:creationId xmlns:p14="http://schemas.microsoft.com/office/powerpoint/2010/main" val="12052488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D4D1E-BA60-4A23-8EBC-1159C82F9571}"/>
              </a:ext>
            </a:extLst>
          </p:cNvPr>
          <p:cNvSpPr>
            <a:spLocks noGrp="1"/>
          </p:cNvSpPr>
          <p:nvPr>
            <p:ph type="title"/>
          </p:nvPr>
        </p:nvSpPr>
        <p:spPr>
          <a:xfrm>
            <a:off x="516456" y="951497"/>
            <a:ext cx="11029616" cy="567844"/>
          </a:xfrm>
        </p:spPr>
        <p:txBody>
          <a:bodyPr>
            <a:normAutofit/>
          </a:bodyPr>
          <a:lstStyle/>
          <a:p>
            <a:r>
              <a:rPr lang="en-US" sz="2600" dirty="0"/>
              <a:t>INTRODUCTION</a:t>
            </a:r>
          </a:p>
        </p:txBody>
      </p:sp>
      <p:sp>
        <p:nvSpPr>
          <p:cNvPr id="4" name="Content Placeholder 3">
            <a:extLst>
              <a:ext uri="{FF2B5EF4-FFF2-40B4-BE49-F238E27FC236}">
                <a16:creationId xmlns:a16="http://schemas.microsoft.com/office/drawing/2014/main" id="{316108C7-F97F-278C-C1A1-BC41BB6A2D17}"/>
              </a:ext>
            </a:extLst>
          </p:cNvPr>
          <p:cNvSpPr>
            <a:spLocks noGrp="1"/>
          </p:cNvSpPr>
          <p:nvPr>
            <p:ph idx="1"/>
          </p:nvPr>
        </p:nvSpPr>
        <p:spPr>
          <a:xfrm>
            <a:off x="645928" y="1155393"/>
            <a:ext cx="10740940" cy="4167105"/>
          </a:xfrm>
        </p:spPr>
        <p:txBody>
          <a:bodyPr>
            <a:normAutofit fontScale="55000" lnSpcReduction="20000"/>
          </a:bodyPr>
          <a:lstStyle/>
          <a:p>
            <a:pPr marL="0" indent="0">
              <a:buNone/>
            </a:pPr>
            <a:endParaRPr lang="en-US" sz="1900" dirty="0"/>
          </a:p>
          <a:p>
            <a:pPr marL="0" indent="0">
              <a:buNone/>
            </a:pPr>
            <a:endParaRPr lang="en-US" sz="3500" dirty="0"/>
          </a:p>
          <a:p>
            <a:pPr marL="0" indent="0">
              <a:buNone/>
            </a:pPr>
            <a:r>
              <a:rPr lang="en-US" sz="3500" dirty="0" err="1"/>
              <a:t>CodeGenie</a:t>
            </a:r>
            <a:r>
              <a:rPr lang="en-US" sz="3500" dirty="0"/>
              <a:t> is an intelligent web-based application that automates code generation and explanation using Large Language Models accessed through the Hugging Face Inference API. Users submit natural language prompts and receive complete, runnable code in Python, JavaScript, Java, C++, or C, accompanied by clear plain-English explanations.</a:t>
            </a:r>
          </a:p>
          <a:p>
            <a:pPr>
              <a:buClr>
                <a:schemeClr val="tx1"/>
              </a:buClr>
              <a:buFont typeface="Courier New" panose="02070309020205020404" pitchFamily="49" charset="0"/>
              <a:buChar char="o"/>
            </a:pPr>
            <a:r>
              <a:rPr lang="en-US" sz="3500" b="1" dirty="0"/>
              <a:t>The Challenge: </a:t>
            </a:r>
            <a:r>
              <a:rPr lang="en-US" sz="3500" dirty="0"/>
              <a:t>Coding is complex — beginners struggle with syntax, and professionals lose time debugging or searching for snippets. Existing tools lack explanation, persistent storage, and admin visibility.</a:t>
            </a:r>
          </a:p>
          <a:p>
            <a:pPr>
              <a:buClr>
                <a:schemeClr val="tx1"/>
              </a:buClr>
              <a:buFont typeface="Courier New" panose="02070309020205020404" pitchFamily="49" charset="0"/>
              <a:buChar char="o"/>
            </a:pPr>
            <a:r>
              <a:rPr lang="en-US" sz="3500" b="1" dirty="0"/>
              <a:t>The Solution:</a:t>
            </a:r>
            <a:r>
              <a:rPr lang="en-US" sz="3500" dirty="0"/>
              <a:t> An AI assistant that converts plain English prompts into accurate, syntax-highlighted code with plain-English explanations, a personal dashboard, and an admin analytics panel.</a:t>
            </a:r>
          </a:p>
          <a:p>
            <a:pPr>
              <a:buClr>
                <a:schemeClr val="tx1"/>
              </a:buClr>
              <a:buFont typeface="Courier New" panose="02070309020205020404" pitchFamily="49" charset="0"/>
              <a:buChar char="o"/>
            </a:pPr>
            <a:r>
              <a:rPr lang="en-US" sz="3500" b="1" dirty="0"/>
              <a:t>The Vision:</a:t>
            </a:r>
            <a:r>
              <a:rPr lang="en-US" sz="3500" dirty="0"/>
              <a:t> To make coding faster, easier, and more accessible — for learners and developers worldwide — using open-source LLMs.</a:t>
            </a:r>
          </a:p>
        </p:txBody>
      </p:sp>
    </p:spTree>
    <p:extLst>
      <p:ext uri="{BB962C8B-B14F-4D97-AF65-F5344CB8AC3E}">
        <p14:creationId xmlns:p14="http://schemas.microsoft.com/office/powerpoint/2010/main" val="2633271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9D2D-0712-8326-0E8E-F24691E28EAF}"/>
              </a:ext>
            </a:extLst>
          </p:cNvPr>
          <p:cNvSpPr>
            <a:spLocks noGrp="1"/>
          </p:cNvSpPr>
          <p:nvPr>
            <p:ph type="title"/>
          </p:nvPr>
        </p:nvSpPr>
        <p:spPr>
          <a:xfrm>
            <a:off x="394926" y="135889"/>
            <a:ext cx="11029616" cy="1188720"/>
          </a:xfrm>
        </p:spPr>
        <p:txBody>
          <a:bodyPr>
            <a:normAutofit/>
          </a:bodyPr>
          <a:lstStyle/>
          <a:p>
            <a:r>
              <a:rPr lang="en-IN" sz="2600" dirty="0"/>
              <a:t>MILESTONE OVERVIEW</a:t>
            </a:r>
          </a:p>
        </p:txBody>
      </p:sp>
      <p:sp>
        <p:nvSpPr>
          <p:cNvPr id="3" name="Content Placeholder 2">
            <a:extLst>
              <a:ext uri="{FF2B5EF4-FFF2-40B4-BE49-F238E27FC236}">
                <a16:creationId xmlns:a16="http://schemas.microsoft.com/office/drawing/2014/main" id="{C79CF947-9107-5A66-1C09-CE5DF0A59997}"/>
              </a:ext>
            </a:extLst>
          </p:cNvPr>
          <p:cNvSpPr>
            <a:spLocks noGrp="1"/>
          </p:cNvSpPr>
          <p:nvPr>
            <p:ph idx="1"/>
          </p:nvPr>
        </p:nvSpPr>
        <p:spPr>
          <a:xfrm>
            <a:off x="874517" y="1798742"/>
            <a:ext cx="11029616" cy="4189308"/>
          </a:xfrm>
        </p:spPr>
        <p:txBody>
          <a:bodyPr>
            <a:noAutofit/>
          </a:bodyPr>
          <a:lstStyle/>
          <a:p>
            <a:pPr marL="0" indent="0">
              <a:buNone/>
            </a:pPr>
            <a:r>
              <a:rPr lang="en-IN" sz="1900" b="1" dirty="0"/>
              <a:t>Milestone 1: The Core Foundation</a:t>
            </a:r>
          </a:p>
          <a:p>
            <a:pPr lvl="1"/>
            <a:r>
              <a:rPr lang="en-IN" sz="1900" dirty="0"/>
              <a:t>Secure login and authentication</a:t>
            </a:r>
            <a:r>
              <a:rPr lang="en-IN" sz="1900" b="1" dirty="0"/>
              <a:t> </a:t>
            </a:r>
          </a:p>
          <a:p>
            <a:pPr lvl="1"/>
            <a:r>
              <a:rPr lang="en-IN" sz="1900" dirty="0"/>
              <a:t>Persistent User accounts </a:t>
            </a:r>
          </a:p>
          <a:p>
            <a:pPr lvl="1"/>
            <a:r>
              <a:rPr lang="en-IN" sz="1900" dirty="0"/>
              <a:t>Hugging Face API integration for code generation </a:t>
            </a:r>
          </a:p>
          <a:p>
            <a:pPr marL="0" lvl="1" indent="0">
              <a:lnSpc>
                <a:spcPct val="110000"/>
              </a:lnSpc>
              <a:buNone/>
            </a:pPr>
            <a:r>
              <a:rPr lang="en-US" sz="1900" b="1" dirty="0"/>
              <a:t>Milestone 2: The Professional Workbench</a:t>
            </a:r>
          </a:p>
          <a:p>
            <a:pPr lvl="1"/>
            <a:r>
              <a:rPr lang="en-US" sz="1900" dirty="0"/>
              <a:t>Multi-Language Support </a:t>
            </a:r>
          </a:p>
          <a:p>
            <a:pPr lvl="1"/>
            <a:r>
              <a:rPr lang="en-US" sz="1900" dirty="0"/>
              <a:t>Syntax Highlighting</a:t>
            </a:r>
          </a:p>
          <a:p>
            <a:pPr lvl="1"/>
            <a:r>
              <a:rPr lang="en-US" sz="1900" dirty="0"/>
              <a:t>Explanation Panel</a:t>
            </a:r>
          </a:p>
          <a:p>
            <a:pPr marL="0" lvl="1" indent="0">
              <a:lnSpc>
                <a:spcPct val="110000"/>
              </a:lnSpc>
              <a:buNone/>
            </a:pPr>
            <a:r>
              <a:rPr lang="en-US" sz="1900" b="1" dirty="0"/>
              <a:t>Milestone 3: Analytics and Engagement</a:t>
            </a:r>
          </a:p>
          <a:p>
            <a:pPr lvl="1"/>
            <a:r>
              <a:rPr lang="en-US" sz="1900" dirty="0"/>
              <a:t>Admin Dashboard with charts</a:t>
            </a:r>
          </a:p>
          <a:p>
            <a:pPr lvl="1"/>
            <a:r>
              <a:rPr lang="en-US" sz="1900" dirty="0"/>
              <a:t>Role Based access</a:t>
            </a:r>
          </a:p>
          <a:p>
            <a:pPr lvl="1"/>
            <a:r>
              <a:rPr lang="en-US" sz="1900" dirty="0"/>
              <a:t>Feedback System – Verified Badge </a:t>
            </a:r>
            <a:endParaRPr lang="en-US" sz="1900" b="1" dirty="0"/>
          </a:p>
        </p:txBody>
      </p:sp>
    </p:spTree>
    <p:extLst>
      <p:ext uri="{BB962C8B-B14F-4D97-AF65-F5344CB8AC3E}">
        <p14:creationId xmlns:p14="http://schemas.microsoft.com/office/powerpoint/2010/main" val="375640046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C206-F9CB-0F99-4110-4D3CCE0A03A9}"/>
              </a:ext>
            </a:extLst>
          </p:cNvPr>
          <p:cNvSpPr>
            <a:spLocks noGrp="1"/>
          </p:cNvSpPr>
          <p:nvPr>
            <p:ph type="title"/>
          </p:nvPr>
        </p:nvSpPr>
        <p:spPr>
          <a:xfrm>
            <a:off x="451795" y="322796"/>
            <a:ext cx="11029616" cy="1188720"/>
          </a:xfrm>
        </p:spPr>
        <p:txBody>
          <a:bodyPr>
            <a:normAutofit/>
          </a:bodyPr>
          <a:lstStyle/>
          <a:p>
            <a:r>
              <a:rPr lang="en-IN" sz="2600" dirty="0"/>
              <a:t>Tech stack overview</a:t>
            </a:r>
          </a:p>
        </p:txBody>
      </p:sp>
      <p:sp>
        <p:nvSpPr>
          <p:cNvPr id="3" name="Content Placeholder 2">
            <a:extLst>
              <a:ext uri="{FF2B5EF4-FFF2-40B4-BE49-F238E27FC236}">
                <a16:creationId xmlns:a16="http://schemas.microsoft.com/office/drawing/2014/main" id="{24A7D6CD-2177-56E2-0954-BBF94F8102FF}"/>
              </a:ext>
            </a:extLst>
          </p:cNvPr>
          <p:cNvSpPr>
            <a:spLocks noGrp="1"/>
          </p:cNvSpPr>
          <p:nvPr>
            <p:ph idx="1"/>
          </p:nvPr>
        </p:nvSpPr>
        <p:spPr>
          <a:xfrm>
            <a:off x="581192" y="1872162"/>
            <a:ext cx="11029615" cy="3634486"/>
          </a:xfrm>
        </p:spPr>
        <p:txBody>
          <a:bodyPr/>
          <a:lstStyle/>
          <a:p>
            <a:pPr>
              <a:buClr>
                <a:schemeClr val="tx1"/>
              </a:buClr>
              <a:buFont typeface="Courier New" panose="02070309020205020404" pitchFamily="49" charset="0"/>
              <a:buChar char="o"/>
            </a:pPr>
            <a:r>
              <a:rPr lang="en-IN" sz="1900" b="1" dirty="0"/>
              <a:t>Frontend: </a:t>
            </a:r>
            <a:r>
              <a:rPr lang="en-IN" sz="1900" dirty="0"/>
              <a:t>HTML, CSS, JavaScript, Prism.js, Chart.js</a:t>
            </a:r>
          </a:p>
          <a:p>
            <a:pPr>
              <a:buClr>
                <a:schemeClr val="tx1"/>
              </a:buClr>
              <a:buFont typeface="Courier New" panose="02070309020205020404" pitchFamily="49" charset="0"/>
              <a:buChar char="o"/>
            </a:pPr>
            <a:r>
              <a:rPr lang="en-IN" sz="1900" b="1" dirty="0"/>
              <a:t>Backend: </a:t>
            </a:r>
            <a:r>
              <a:rPr lang="en-IN" sz="1900" dirty="0"/>
              <a:t>Flask, Flask‑CORS, Flask‑</a:t>
            </a:r>
            <a:r>
              <a:rPr lang="en-IN" sz="1900" dirty="0" err="1"/>
              <a:t>SQLAlchemy</a:t>
            </a:r>
            <a:endParaRPr lang="en-IN" sz="1900" dirty="0"/>
          </a:p>
          <a:p>
            <a:pPr>
              <a:buClr>
                <a:schemeClr val="tx1"/>
              </a:buClr>
              <a:buFont typeface="Courier New" panose="02070309020205020404" pitchFamily="49" charset="0"/>
              <a:buChar char="o"/>
            </a:pPr>
            <a:r>
              <a:rPr lang="en-IN" sz="1900" b="1" dirty="0"/>
              <a:t>Database: </a:t>
            </a:r>
            <a:r>
              <a:rPr lang="en-IN" sz="1900" dirty="0"/>
              <a:t>SQLite (user </a:t>
            </a:r>
            <a:r>
              <a:rPr lang="en-IN" sz="1900" dirty="0" err="1"/>
              <a:t>accountslogs</a:t>
            </a:r>
            <a:r>
              <a:rPr lang="en-IN" sz="1900" dirty="0"/>
              <a:t>)</a:t>
            </a:r>
          </a:p>
          <a:p>
            <a:pPr>
              <a:buClr>
                <a:schemeClr val="tx1"/>
              </a:buClr>
              <a:buFont typeface="Courier New" panose="02070309020205020404" pitchFamily="49" charset="0"/>
              <a:buChar char="o"/>
            </a:pPr>
            <a:r>
              <a:rPr lang="en-IN" sz="1900" b="1" dirty="0"/>
              <a:t>Security: </a:t>
            </a:r>
            <a:r>
              <a:rPr lang="en-IN" sz="1900" dirty="0" err="1"/>
              <a:t>Werkzeug</a:t>
            </a:r>
            <a:r>
              <a:rPr lang="en-IN" sz="1900" dirty="0"/>
              <a:t> password hashing, environment variables via .env</a:t>
            </a:r>
          </a:p>
          <a:p>
            <a:pPr>
              <a:buClr>
                <a:schemeClr val="tx1"/>
              </a:buClr>
              <a:buFont typeface="Courier New" panose="02070309020205020404" pitchFamily="49" charset="0"/>
              <a:buChar char="o"/>
            </a:pPr>
            <a:r>
              <a:rPr lang="en-IN" sz="1900" b="1" dirty="0"/>
              <a:t>AI models</a:t>
            </a:r>
            <a:r>
              <a:rPr lang="en-IN" sz="1900" dirty="0"/>
              <a:t>: Qwen2.5-Coder-32B (Primary) -&gt; Qwen2.5-Coder-7B -&gt; Mistral-7B(Fallback)-&gt;Demo Stub</a:t>
            </a:r>
          </a:p>
          <a:p>
            <a:endParaRPr lang="en-IN" dirty="0"/>
          </a:p>
          <a:p>
            <a:endParaRPr lang="en-IN" dirty="0"/>
          </a:p>
          <a:p>
            <a:endParaRPr lang="en-IN" dirty="0"/>
          </a:p>
        </p:txBody>
      </p:sp>
    </p:spTree>
    <p:extLst>
      <p:ext uri="{BB962C8B-B14F-4D97-AF65-F5344CB8AC3E}">
        <p14:creationId xmlns:p14="http://schemas.microsoft.com/office/powerpoint/2010/main" val="1741277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C2B4F-3D61-4579-1F2B-66F6BA31439E}"/>
              </a:ext>
            </a:extLst>
          </p:cNvPr>
          <p:cNvSpPr>
            <a:spLocks noGrp="1"/>
          </p:cNvSpPr>
          <p:nvPr>
            <p:ph type="title"/>
          </p:nvPr>
        </p:nvSpPr>
        <p:spPr>
          <a:xfrm>
            <a:off x="493442" y="556499"/>
            <a:ext cx="11029616" cy="737177"/>
          </a:xfrm>
        </p:spPr>
        <p:txBody>
          <a:bodyPr>
            <a:normAutofit/>
          </a:bodyPr>
          <a:lstStyle/>
          <a:p>
            <a:r>
              <a:rPr lang="en-IN" sz="2600" dirty="0"/>
              <a:t>System architecture </a:t>
            </a:r>
          </a:p>
        </p:txBody>
      </p:sp>
      <p:graphicFrame>
        <p:nvGraphicFramePr>
          <p:cNvPr id="4" name="Content Placeholder 3">
            <a:extLst>
              <a:ext uri="{FF2B5EF4-FFF2-40B4-BE49-F238E27FC236}">
                <a16:creationId xmlns:a16="http://schemas.microsoft.com/office/drawing/2014/main" id="{34A30D80-2662-5A2A-C22C-73144CC13F6A}"/>
              </a:ext>
            </a:extLst>
          </p:cNvPr>
          <p:cNvGraphicFramePr>
            <a:graphicFrameLocks noGrp="1"/>
          </p:cNvGraphicFramePr>
          <p:nvPr>
            <p:ph idx="1"/>
            <p:extLst>
              <p:ext uri="{D42A27DB-BD31-4B8C-83A1-F6EECF244321}">
                <p14:modId xmlns:p14="http://schemas.microsoft.com/office/powerpoint/2010/main" val="1973787556"/>
              </p:ext>
            </p:extLst>
          </p:nvPr>
        </p:nvGraphicFramePr>
        <p:xfrm>
          <a:off x="1002749" y="1180462"/>
          <a:ext cx="10186502" cy="18702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5285DF06-5F9B-2BA2-70BF-E9942B6E4EAC}"/>
              </a:ext>
            </a:extLst>
          </p:cNvPr>
          <p:cNvSpPr txBox="1">
            <a:spLocks/>
          </p:cNvSpPr>
          <p:nvPr/>
        </p:nvSpPr>
        <p:spPr>
          <a:xfrm>
            <a:off x="493442" y="2691823"/>
            <a:ext cx="11029616" cy="737177"/>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200" dirty="0"/>
              <a:t>User REQUEST FLOW</a:t>
            </a:r>
          </a:p>
        </p:txBody>
      </p:sp>
      <p:graphicFrame>
        <p:nvGraphicFramePr>
          <p:cNvPr id="6" name="Diagram 5">
            <a:extLst>
              <a:ext uri="{FF2B5EF4-FFF2-40B4-BE49-F238E27FC236}">
                <a16:creationId xmlns:a16="http://schemas.microsoft.com/office/drawing/2014/main" id="{73CCE49E-8670-9216-9468-129EF6434380}"/>
              </a:ext>
            </a:extLst>
          </p:cNvPr>
          <p:cNvGraphicFramePr/>
          <p:nvPr>
            <p:extLst>
              <p:ext uri="{D42A27DB-BD31-4B8C-83A1-F6EECF244321}">
                <p14:modId xmlns:p14="http://schemas.microsoft.com/office/powerpoint/2010/main" val="3018816451"/>
              </p:ext>
            </p:extLst>
          </p:nvPr>
        </p:nvGraphicFramePr>
        <p:xfrm>
          <a:off x="1428336" y="3674660"/>
          <a:ext cx="9335328" cy="26268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84810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7ACF5F-8A8F-CEBD-F7B4-1B9BD633D56F}"/>
              </a:ext>
            </a:extLst>
          </p:cNvPr>
          <p:cNvSpPr txBox="1"/>
          <p:nvPr/>
        </p:nvSpPr>
        <p:spPr>
          <a:xfrm>
            <a:off x="479424" y="838832"/>
            <a:ext cx="10227733" cy="430887"/>
          </a:xfrm>
          <a:prstGeom prst="rect">
            <a:avLst/>
          </a:prstGeom>
          <a:noFill/>
        </p:spPr>
        <p:txBody>
          <a:bodyPr wrap="square" rtlCol="0">
            <a:spAutoFit/>
          </a:bodyPr>
          <a:lstStyle/>
          <a:p>
            <a:r>
              <a:rPr lang="en-IN" sz="2200" b="1" dirty="0"/>
              <a:t>ADMIN FLOW</a:t>
            </a:r>
          </a:p>
        </p:txBody>
      </p:sp>
      <p:graphicFrame>
        <p:nvGraphicFramePr>
          <p:cNvPr id="6" name="Content Placeholder 5">
            <a:extLst>
              <a:ext uri="{FF2B5EF4-FFF2-40B4-BE49-F238E27FC236}">
                <a16:creationId xmlns:a16="http://schemas.microsoft.com/office/drawing/2014/main" id="{B43247B5-EDDA-2D7A-F52C-7C274E0084B0}"/>
              </a:ext>
            </a:extLst>
          </p:cNvPr>
          <p:cNvGraphicFramePr>
            <a:graphicFrameLocks noGrp="1"/>
          </p:cNvGraphicFramePr>
          <p:nvPr>
            <p:ph idx="1"/>
            <p:extLst>
              <p:ext uri="{D42A27DB-BD31-4B8C-83A1-F6EECF244321}">
                <p14:modId xmlns:p14="http://schemas.microsoft.com/office/powerpoint/2010/main" val="1141534112"/>
              </p:ext>
            </p:extLst>
          </p:nvPr>
        </p:nvGraphicFramePr>
        <p:xfrm>
          <a:off x="1049956" y="1422232"/>
          <a:ext cx="10092087" cy="4814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299187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06489-141A-BFB3-919E-5C1A0EED2FC6}"/>
              </a:ext>
            </a:extLst>
          </p:cNvPr>
          <p:cNvSpPr>
            <a:spLocks noGrp="1"/>
          </p:cNvSpPr>
          <p:nvPr>
            <p:ph type="title"/>
          </p:nvPr>
        </p:nvSpPr>
        <p:spPr>
          <a:xfrm>
            <a:off x="428792" y="186267"/>
            <a:ext cx="11029616" cy="1188720"/>
          </a:xfrm>
        </p:spPr>
        <p:txBody>
          <a:bodyPr>
            <a:normAutofit/>
          </a:bodyPr>
          <a:lstStyle/>
          <a:p>
            <a:r>
              <a:rPr lang="en-IN" sz="2600" dirty="0"/>
              <a:t>Key features</a:t>
            </a:r>
          </a:p>
        </p:txBody>
      </p:sp>
      <p:sp>
        <p:nvSpPr>
          <p:cNvPr id="3" name="Content Placeholder 2">
            <a:extLst>
              <a:ext uri="{FF2B5EF4-FFF2-40B4-BE49-F238E27FC236}">
                <a16:creationId xmlns:a16="http://schemas.microsoft.com/office/drawing/2014/main" id="{DCBC7F4A-16CD-6DF0-0FB4-84B5434B19A2}"/>
              </a:ext>
            </a:extLst>
          </p:cNvPr>
          <p:cNvSpPr>
            <a:spLocks noGrp="1"/>
          </p:cNvSpPr>
          <p:nvPr>
            <p:ph idx="1"/>
          </p:nvPr>
        </p:nvSpPr>
        <p:spPr>
          <a:xfrm>
            <a:off x="558800" y="1374987"/>
            <a:ext cx="11277600" cy="5296746"/>
          </a:xfrm>
        </p:spPr>
        <p:txBody>
          <a:bodyPr>
            <a:normAutofit fontScale="85000" lnSpcReduction="20000"/>
          </a:bodyPr>
          <a:lstStyle/>
          <a:p>
            <a:pPr marL="0" indent="0">
              <a:buNone/>
            </a:pPr>
            <a:r>
              <a:rPr lang="en-IN" sz="2200" b="1" dirty="0"/>
              <a:t>🔐 Secure Authentication :</a:t>
            </a:r>
            <a:r>
              <a:rPr lang="en-IN" sz="2200" dirty="0"/>
              <a:t> </a:t>
            </a:r>
            <a:r>
              <a:rPr lang="en-US" sz="2200" dirty="0"/>
              <a:t>Passwords hashed with </a:t>
            </a:r>
            <a:r>
              <a:rPr lang="en-US" sz="2200" dirty="0" err="1"/>
              <a:t>bcrypt</a:t>
            </a:r>
            <a:r>
              <a:rPr lang="en-US" sz="2200" dirty="0"/>
              <a:t>, sessions protected by Flask secret key, and API tokens kept safe in .env.</a:t>
            </a:r>
          </a:p>
          <a:p>
            <a:pPr marL="0" indent="0">
              <a:buNone/>
            </a:pPr>
            <a:r>
              <a:rPr lang="en-IN" sz="2200" b="1" dirty="0"/>
              <a:t>🤖 AI Code Generation : </a:t>
            </a:r>
            <a:r>
              <a:rPr lang="en-IN" sz="2200" dirty="0"/>
              <a:t>HF Interface Router · Cascading fallback: Qwen-32B → Qwen-7B → Mistral-7B → Demo stub</a:t>
            </a:r>
          </a:p>
          <a:p>
            <a:pPr marL="0" indent="0">
              <a:buNone/>
            </a:pPr>
            <a:r>
              <a:rPr lang="en-IN" sz="2200" b="1" dirty="0"/>
              <a:t>🎨 Syntax Highlighting  : </a:t>
            </a:r>
            <a:r>
              <a:rPr lang="en-US" sz="2200" dirty="0"/>
              <a:t>Prism.js runs client‑side with 5 language packs, giving instant color updates.</a:t>
            </a:r>
            <a:endParaRPr lang="en-IN" sz="2200" dirty="0"/>
          </a:p>
          <a:p>
            <a:pPr marL="0" indent="0">
              <a:buNone/>
            </a:pPr>
            <a:r>
              <a:rPr lang="en-IN" sz="2200" b="1" dirty="0"/>
              <a:t>💡 Prompt Engineering :</a:t>
            </a:r>
            <a:r>
              <a:rPr lang="en-IN" sz="2200" dirty="0"/>
              <a:t> </a:t>
            </a:r>
            <a:r>
              <a:rPr lang="en-US" sz="2200" dirty="0"/>
              <a:t>User input is wrapped in a structured prompt that enforces output format, with selected language, and gives </a:t>
            </a:r>
            <a:r>
              <a:rPr lang="en-US" sz="2200" dirty="0" err="1"/>
              <a:t>parseable</a:t>
            </a:r>
            <a:r>
              <a:rPr lang="en-US" sz="2200" dirty="0"/>
              <a:t> CODE: / EXPLANATION: responses every time.</a:t>
            </a:r>
            <a:endParaRPr lang="en-IN" sz="2200" dirty="0"/>
          </a:p>
          <a:p>
            <a:pPr marL="0" indent="0">
              <a:buNone/>
            </a:pPr>
            <a:r>
              <a:rPr lang="en-IN" sz="2200" b="1" dirty="0"/>
              <a:t>💾 User Dashboard</a:t>
            </a:r>
            <a:r>
              <a:rPr lang="en-IN" sz="2200" dirty="0"/>
              <a:t> </a:t>
            </a:r>
            <a:r>
              <a:rPr lang="en-US" sz="2200" dirty="0"/>
              <a:t>Saves all snippets with prompt, language, and code; shows activity graphs via Chart.js with a separate admin view.</a:t>
            </a:r>
          </a:p>
          <a:p>
            <a:pPr marL="0" indent="0">
              <a:buNone/>
            </a:pPr>
            <a:r>
              <a:rPr lang="en-US" sz="2200" dirty="0"/>
              <a:t>⭐ </a:t>
            </a:r>
            <a:r>
              <a:rPr lang="en-US" sz="2200" b="1" dirty="0"/>
              <a:t>Feedback System</a:t>
            </a:r>
            <a:r>
              <a:rPr lang="en-US" sz="2200" dirty="0"/>
              <a:t> : Users rate each session by 5 stars and pick chip tags on sign-out (no typing needed) keeping it frictionless. After 12 submissions, users earn a Verified Badge on their avatar and are no longer prompted for feedback on future sign-outs.</a:t>
            </a:r>
          </a:p>
          <a:p>
            <a:pPr marL="0" indent="0">
              <a:buNone/>
            </a:pPr>
            <a:r>
              <a:rPr lang="en-US" sz="2200" dirty="0"/>
              <a:t>📊 </a:t>
            </a:r>
            <a:r>
              <a:rPr lang="en-US" sz="2200" b="1" dirty="0"/>
              <a:t>Admin Dashboard</a:t>
            </a:r>
            <a:r>
              <a:rPr lang="en-US" sz="2200" dirty="0"/>
              <a:t> : Role-protected /admin panel showing — total users, snippets, avg rating, top language, verified count · 14-day activity bar chart · language usage bars · rating doughnut chart · feedback tags chart · registered users table with last-active status · full feedback list with stars, chips, and timestamps.</a:t>
            </a:r>
          </a:p>
          <a:p>
            <a:pPr marL="0" indent="0">
              <a:buNone/>
            </a:pPr>
            <a:endParaRPr lang="en-IN" sz="1900" dirty="0"/>
          </a:p>
        </p:txBody>
      </p:sp>
    </p:spTree>
    <p:extLst>
      <p:ext uri="{BB962C8B-B14F-4D97-AF65-F5344CB8AC3E}">
        <p14:creationId xmlns:p14="http://schemas.microsoft.com/office/powerpoint/2010/main" val="2840879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528D-C0E9-C32A-1DD2-709BD1A5C9A2}"/>
              </a:ext>
            </a:extLst>
          </p:cNvPr>
          <p:cNvSpPr>
            <a:spLocks noGrp="1"/>
          </p:cNvSpPr>
          <p:nvPr>
            <p:ph type="title"/>
          </p:nvPr>
        </p:nvSpPr>
        <p:spPr/>
        <p:txBody>
          <a:bodyPr/>
          <a:lstStyle/>
          <a:p>
            <a:r>
              <a:rPr lang="en-IN" dirty="0"/>
              <a:t>WORKING MODEL</a:t>
            </a:r>
          </a:p>
        </p:txBody>
      </p:sp>
      <p:pic>
        <p:nvPicPr>
          <p:cNvPr id="15" name="Content Placeholder 14">
            <a:extLst>
              <a:ext uri="{FF2B5EF4-FFF2-40B4-BE49-F238E27FC236}">
                <a16:creationId xmlns:a16="http://schemas.microsoft.com/office/drawing/2014/main" id="{7B13F0A3-E040-0413-9F04-2FEE0FFABFD7}"/>
              </a:ext>
            </a:extLst>
          </p:cNvPr>
          <p:cNvPicPr>
            <a:picLocks noGrp="1" noChangeAspect="1"/>
          </p:cNvPicPr>
          <p:nvPr>
            <p:ph sz="half" idx="2"/>
          </p:nvPr>
        </p:nvPicPr>
        <p:blipFill>
          <a:blip r:embed="rId2"/>
          <a:srcRect l="-1" t="11654" r="581"/>
          <a:stretch>
            <a:fillRect/>
          </a:stretch>
        </p:blipFill>
        <p:spPr>
          <a:xfrm>
            <a:off x="6562331" y="2897696"/>
            <a:ext cx="5270005" cy="2751293"/>
          </a:xfrm>
          <a:prstGeom prst="rect">
            <a:avLst/>
          </a:prstGeom>
        </p:spPr>
      </p:pic>
      <p:sp>
        <p:nvSpPr>
          <p:cNvPr id="9" name="TextBox 8">
            <a:extLst>
              <a:ext uri="{FF2B5EF4-FFF2-40B4-BE49-F238E27FC236}">
                <a16:creationId xmlns:a16="http://schemas.microsoft.com/office/drawing/2014/main" id="{05B1E0F1-F5A8-0EA7-60EB-DD273489D2D6}"/>
              </a:ext>
            </a:extLst>
          </p:cNvPr>
          <p:cNvSpPr txBox="1"/>
          <p:nvPr/>
        </p:nvSpPr>
        <p:spPr>
          <a:xfrm>
            <a:off x="581192" y="1947333"/>
            <a:ext cx="3465875" cy="384721"/>
          </a:xfrm>
          <a:prstGeom prst="rect">
            <a:avLst/>
          </a:prstGeom>
          <a:noFill/>
        </p:spPr>
        <p:txBody>
          <a:bodyPr wrap="square" rtlCol="0">
            <a:spAutoFit/>
          </a:bodyPr>
          <a:lstStyle/>
          <a:p>
            <a:r>
              <a:rPr lang="en-IN" sz="1900" dirty="0"/>
              <a:t>1.Login page</a:t>
            </a:r>
          </a:p>
        </p:txBody>
      </p:sp>
      <p:pic>
        <p:nvPicPr>
          <p:cNvPr id="13" name="Content Placeholder 12">
            <a:extLst>
              <a:ext uri="{FF2B5EF4-FFF2-40B4-BE49-F238E27FC236}">
                <a16:creationId xmlns:a16="http://schemas.microsoft.com/office/drawing/2014/main" id="{77F82720-4F48-70BB-F1F8-AEC3D04B1F86}"/>
              </a:ext>
            </a:extLst>
          </p:cNvPr>
          <p:cNvPicPr>
            <a:picLocks noGrp="1" noChangeAspect="1"/>
          </p:cNvPicPr>
          <p:nvPr>
            <p:ph sz="half" idx="1"/>
          </p:nvPr>
        </p:nvPicPr>
        <p:blipFill>
          <a:blip r:embed="rId3"/>
          <a:srcRect l="1" t="9684" r="648"/>
          <a:stretch>
            <a:fillRect/>
          </a:stretch>
        </p:blipFill>
        <p:spPr>
          <a:xfrm>
            <a:off x="622701" y="2880765"/>
            <a:ext cx="5151535" cy="2751292"/>
          </a:xfrm>
          <a:prstGeom prst="rect">
            <a:avLst/>
          </a:prstGeom>
        </p:spPr>
      </p:pic>
      <p:sp>
        <p:nvSpPr>
          <p:cNvPr id="16" name="TextBox 15">
            <a:extLst>
              <a:ext uri="{FF2B5EF4-FFF2-40B4-BE49-F238E27FC236}">
                <a16:creationId xmlns:a16="http://schemas.microsoft.com/office/drawing/2014/main" id="{4ED3B9A6-0D67-1292-CFF5-0406C06F5655}"/>
              </a:ext>
            </a:extLst>
          </p:cNvPr>
          <p:cNvSpPr txBox="1"/>
          <p:nvPr/>
        </p:nvSpPr>
        <p:spPr>
          <a:xfrm>
            <a:off x="6411997" y="1967303"/>
            <a:ext cx="3465875" cy="384721"/>
          </a:xfrm>
          <a:prstGeom prst="rect">
            <a:avLst/>
          </a:prstGeom>
          <a:noFill/>
        </p:spPr>
        <p:txBody>
          <a:bodyPr wrap="square" rtlCol="0">
            <a:spAutoFit/>
          </a:bodyPr>
          <a:lstStyle/>
          <a:p>
            <a:r>
              <a:rPr lang="en-IN" sz="1900" dirty="0"/>
              <a:t>2.Create account</a:t>
            </a:r>
          </a:p>
        </p:txBody>
      </p:sp>
    </p:spTree>
    <p:extLst>
      <p:ext uri="{BB962C8B-B14F-4D97-AF65-F5344CB8AC3E}">
        <p14:creationId xmlns:p14="http://schemas.microsoft.com/office/powerpoint/2010/main" val="268369892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369C5D-2E76-CB37-B102-D917F6773030}"/>
              </a:ext>
            </a:extLst>
          </p:cNvPr>
          <p:cNvSpPr txBox="1"/>
          <p:nvPr/>
        </p:nvSpPr>
        <p:spPr>
          <a:xfrm>
            <a:off x="513459" y="927868"/>
            <a:ext cx="4837474" cy="384721"/>
          </a:xfrm>
          <a:prstGeom prst="rect">
            <a:avLst/>
          </a:prstGeom>
          <a:noFill/>
        </p:spPr>
        <p:txBody>
          <a:bodyPr wrap="square" rtlCol="0">
            <a:spAutoFit/>
          </a:bodyPr>
          <a:lstStyle/>
          <a:p>
            <a:r>
              <a:rPr lang="en-IN" sz="1900" dirty="0"/>
              <a:t>3.Homepage</a:t>
            </a:r>
          </a:p>
        </p:txBody>
      </p:sp>
      <p:pic>
        <p:nvPicPr>
          <p:cNvPr id="3" name="Picture 2">
            <a:extLst>
              <a:ext uri="{FF2B5EF4-FFF2-40B4-BE49-F238E27FC236}">
                <a16:creationId xmlns:a16="http://schemas.microsoft.com/office/drawing/2014/main" id="{6C89E937-6E2B-3634-F4ED-59510CA57C0F}"/>
              </a:ext>
            </a:extLst>
          </p:cNvPr>
          <p:cNvPicPr>
            <a:picLocks noChangeAspect="1"/>
          </p:cNvPicPr>
          <p:nvPr/>
        </p:nvPicPr>
        <p:blipFill>
          <a:blip r:embed="rId2"/>
          <a:srcRect t="10094"/>
          <a:stretch>
            <a:fillRect/>
          </a:stretch>
        </p:blipFill>
        <p:spPr>
          <a:xfrm>
            <a:off x="1808428" y="1600456"/>
            <a:ext cx="8575143" cy="4529374"/>
          </a:xfrm>
          <a:prstGeom prst="rect">
            <a:avLst/>
          </a:prstGeom>
        </p:spPr>
      </p:pic>
    </p:spTree>
    <p:extLst>
      <p:ext uri="{BB962C8B-B14F-4D97-AF65-F5344CB8AC3E}">
        <p14:creationId xmlns:p14="http://schemas.microsoft.com/office/powerpoint/2010/main" val="203162622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47975D-3BC4-359C-4EA5-8FA4589BD170}"/>
              </a:ext>
            </a:extLst>
          </p:cNvPr>
          <p:cNvSpPr txBox="1"/>
          <p:nvPr/>
        </p:nvSpPr>
        <p:spPr>
          <a:xfrm>
            <a:off x="513459" y="927868"/>
            <a:ext cx="4837474" cy="384721"/>
          </a:xfrm>
          <a:prstGeom prst="rect">
            <a:avLst/>
          </a:prstGeom>
          <a:noFill/>
        </p:spPr>
        <p:txBody>
          <a:bodyPr wrap="square" rtlCol="0">
            <a:spAutoFit/>
          </a:bodyPr>
          <a:lstStyle/>
          <a:p>
            <a:r>
              <a:rPr lang="en-IN" sz="1900" dirty="0"/>
              <a:t>4.User’s Dashboard</a:t>
            </a:r>
          </a:p>
        </p:txBody>
      </p:sp>
      <p:pic>
        <p:nvPicPr>
          <p:cNvPr id="6" name="Content Placeholder 5">
            <a:extLst>
              <a:ext uri="{FF2B5EF4-FFF2-40B4-BE49-F238E27FC236}">
                <a16:creationId xmlns:a16="http://schemas.microsoft.com/office/drawing/2014/main" id="{0882EB5C-746A-4FBE-E886-FC6418CF30D2}"/>
              </a:ext>
            </a:extLst>
          </p:cNvPr>
          <p:cNvPicPr>
            <a:picLocks noGrp="1" noChangeAspect="1"/>
          </p:cNvPicPr>
          <p:nvPr>
            <p:ph sz="half" idx="1"/>
          </p:nvPr>
        </p:nvPicPr>
        <p:blipFill rotWithShape="1">
          <a:blip r:embed="rId2"/>
          <a:srcRect t="10112"/>
          <a:stretch>
            <a:fillRect/>
          </a:stretch>
        </p:blipFill>
        <p:spPr bwMode="auto">
          <a:xfrm>
            <a:off x="1490134" y="1494375"/>
            <a:ext cx="8856133" cy="460374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5128738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823924-7353-C9E3-252B-BC8B7A5EC8B7}"/>
              </a:ext>
            </a:extLst>
          </p:cNvPr>
          <p:cNvSpPr txBox="1"/>
          <p:nvPr/>
        </p:nvSpPr>
        <p:spPr>
          <a:xfrm>
            <a:off x="513459" y="927868"/>
            <a:ext cx="4837474" cy="384721"/>
          </a:xfrm>
          <a:prstGeom prst="rect">
            <a:avLst/>
          </a:prstGeom>
          <a:noFill/>
        </p:spPr>
        <p:txBody>
          <a:bodyPr wrap="square" rtlCol="0">
            <a:spAutoFit/>
          </a:bodyPr>
          <a:lstStyle/>
          <a:p>
            <a:r>
              <a:rPr lang="en-IN" sz="1900" dirty="0"/>
              <a:t>5.User’s Feedback, Verified Badge </a:t>
            </a:r>
          </a:p>
        </p:txBody>
      </p:sp>
      <p:pic>
        <p:nvPicPr>
          <p:cNvPr id="6" name="Content Placeholder 5">
            <a:extLst>
              <a:ext uri="{FF2B5EF4-FFF2-40B4-BE49-F238E27FC236}">
                <a16:creationId xmlns:a16="http://schemas.microsoft.com/office/drawing/2014/main" id="{450A2F9C-3769-4973-794F-325DD0DAA145}"/>
              </a:ext>
            </a:extLst>
          </p:cNvPr>
          <p:cNvPicPr>
            <a:picLocks noGrp="1" noChangeAspect="1"/>
          </p:cNvPicPr>
          <p:nvPr>
            <p:ph sz="half" idx="1"/>
          </p:nvPr>
        </p:nvPicPr>
        <p:blipFill rotWithShape="1">
          <a:blip r:embed="rId2"/>
          <a:srcRect l="8833" t="10572" r="8804" b="8431"/>
          <a:stretch>
            <a:fillRect/>
          </a:stretch>
        </p:blipFill>
        <p:spPr bwMode="auto">
          <a:xfrm>
            <a:off x="719255" y="1845788"/>
            <a:ext cx="5720634" cy="3793011"/>
          </a:xfrm>
          <a:prstGeom prst="rect">
            <a:avLst/>
          </a:prstGeom>
          <a:ln>
            <a:noFill/>
          </a:ln>
          <a:extLst>
            <a:ext uri="{53640926-AAD7-44D8-BBD7-CCE9431645EC}">
              <a14:shadowObscured xmlns:a14="http://schemas.microsoft.com/office/drawing/2010/main"/>
            </a:ext>
          </a:extLst>
        </p:spPr>
      </p:pic>
      <p:pic>
        <p:nvPicPr>
          <p:cNvPr id="7" name="Content Placeholder 6">
            <a:extLst>
              <a:ext uri="{FF2B5EF4-FFF2-40B4-BE49-F238E27FC236}">
                <a16:creationId xmlns:a16="http://schemas.microsoft.com/office/drawing/2014/main" id="{28731CDF-6343-1656-ECD5-100F38EF588F}"/>
              </a:ext>
            </a:extLst>
          </p:cNvPr>
          <p:cNvPicPr>
            <a:picLocks noGrp="1" noChangeAspect="1"/>
          </p:cNvPicPr>
          <p:nvPr>
            <p:ph sz="half" idx="2"/>
          </p:nvPr>
        </p:nvPicPr>
        <p:blipFill rotWithShape="1">
          <a:blip r:embed="rId3" cstate="print">
            <a:extLst>
              <a:ext uri="{28A0092B-C50C-407E-A947-70E740481C1C}">
                <a14:useLocalDpi xmlns:a14="http://schemas.microsoft.com/office/drawing/2010/main" val="0"/>
              </a:ext>
            </a:extLst>
          </a:blip>
          <a:srcRect l="8693" t="10880" r="6802"/>
          <a:stretch>
            <a:fillRect/>
          </a:stretch>
        </p:blipFill>
        <p:spPr bwMode="auto">
          <a:xfrm>
            <a:off x="6439890" y="1845788"/>
            <a:ext cx="3889444" cy="2429345"/>
          </a:xfrm>
          <a:prstGeom prst="rect">
            <a:avLst/>
          </a:prstGeom>
          <a:noFill/>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D9864A56-7D89-BE32-792C-92E6854F1CFD}"/>
              </a:ext>
            </a:extLst>
          </p:cNvPr>
          <p:cNvPicPr>
            <a:picLocks noChangeAspect="1"/>
          </p:cNvPicPr>
          <p:nvPr/>
        </p:nvPicPr>
        <p:blipFill rotWithShape="1">
          <a:blip r:embed="rId4">
            <a:extLst>
              <a:ext uri="{28A0092B-C50C-407E-A947-70E740481C1C}">
                <a14:useLocalDpi xmlns:a14="http://schemas.microsoft.com/office/drawing/2010/main" val="0"/>
              </a:ext>
            </a:extLst>
          </a:blip>
          <a:srcRect l="9684" t="24616" r="335" b="20878"/>
          <a:stretch>
            <a:fillRect/>
          </a:stretch>
        </p:blipFill>
        <p:spPr bwMode="auto">
          <a:xfrm>
            <a:off x="7292976" y="4275133"/>
            <a:ext cx="3036358" cy="136366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7448023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47715B-AAA5-7094-4643-41947450288C}"/>
              </a:ext>
            </a:extLst>
          </p:cNvPr>
          <p:cNvSpPr txBox="1"/>
          <p:nvPr/>
        </p:nvSpPr>
        <p:spPr>
          <a:xfrm>
            <a:off x="513459" y="927868"/>
            <a:ext cx="4837474" cy="384721"/>
          </a:xfrm>
          <a:prstGeom prst="rect">
            <a:avLst/>
          </a:prstGeom>
          <a:noFill/>
        </p:spPr>
        <p:txBody>
          <a:bodyPr wrap="square" rtlCol="0">
            <a:spAutoFit/>
          </a:bodyPr>
          <a:lstStyle/>
          <a:p>
            <a:r>
              <a:rPr lang="en-IN" sz="1900" dirty="0"/>
              <a:t>6.Admin’s Dashboard’s stats</a:t>
            </a:r>
          </a:p>
        </p:txBody>
      </p:sp>
      <p:pic>
        <p:nvPicPr>
          <p:cNvPr id="6" name="Content Placeholder 5">
            <a:extLst>
              <a:ext uri="{FF2B5EF4-FFF2-40B4-BE49-F238E27FC236}">
                <a16:creationId xmlns:a16="http://schemas.microsoft.com/office/drawing/2014/main" id="{23F9AE76-3126-4D60-332D-F7AB4B8DB20A}"/>
              </a:ext>
            </a:extLst>
          </p:cNvPr>
          <p:cNvPicPr>
            <a:picLocks noGrp="1" noChangeAspect="1"/>
          </p:cNvPicPr>
          <p:nvPr>
            <p:ph sz="half" idx="1"/>
          </p:nvPr>
        </p:nvPicPr>
        <p:blipFill rotWithShape="1">
          <a:blip r:embed="rId2"/>
          <a:srcRect t="10019" r="1004" b="14619"/>
          <a:stretch>
            <a:fillRect/>
          </a:stretch>
        </p:blipFill>
        <p:spPr bwMode="auto">
          <a:xfrm>
            <a:off x="2399642" y="1473084"/>
            <a:ext cx="6942765" cy="3155418"/>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9DAD7268-94B8-8AEA-992E-594A449023E9}"/>
              </a:ext>
            </a:extLst>
          </p:cNvPr>
          <p:cNvPicPr>
            <a:picLocks noChangeAspect="1"/>
          </p:cNvPicPr>
          <p:nvPr/>
        </p:nvPicPr>
        <p:blipFill rotWithShape="1">
          <a:blip r:embed="rId3"/>
          <a:srcRect l="-1" t="57729" r="870" b="-1"/>
          <a:stretch>
            <a:fillRect/>
          </a:stretch>
        </p:blipFill>
        <p:spPr bwMode="auto">
          <a:xfrm>
            <a:off x="2399641" y="4578807"/>
            <a:ext cx="6942765" cy="15894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7395504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7">
            <a:extLst>
              <a:ext uri="{FF2B5EF4-FFF2-40B4-BE49-F238E27FC236}">
                <a16:creationId xmlns:a16="http://schemas.microsoft.com/office/drawing/2014/main" id="{F408967A-24B8-C478-E8C8-523ADEED63A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005" b="16742"/>
          <a:stretch>
            <a:fillRect/>
          </a:stretch>
        </p:blipFill>
        <p:spPr bwMode="auto">
          <a:xfrm>
            <a:off x="667457" y="1880558"/>
            <a:ext cx="5428543" cy="2995259"/>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E0B74AB7-5364-1792-9457-86C6337860D1}"/>
              </a:ext>
            </a:extLst>
          </p:cNvPr>
          <p:cNvPicPr>
            <a:picLocks noChangeAspect="1"/>
          </p:cNvPicPr>
          <p:nvPr/>
        </p:nvPicPr>
        <p:blipFill rotWithShape="1">
          <a:blip r:embed="rId3"/>
          <a:srcRect t="10930"/>
          <a:stretch>
            <a:fillRect/>
          </a:stretch>
        </p:blipFill>
        <p:spPr bwMode="auto">
          <a:xfrm>
            <a:off x="6364533" y="1880558"/>
            <a:ext cx="5160010" cy="2863970"/>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102C68E6-07FC-3CFE-006E-F6878470A74B}"/>
              </a:ext>
            </a:extLst>
          </p:cNvPr>
          <p:cNvSpPr txBox="1"/>
          <p:nvPr/>
        </p:nvSpPr>
        <p:spPr>
          <a:xfrm>
            <a:off x="513459" y="927868"/>
            <a:ext cx="4837474" cy="384721"/>
          </a:xfrm>
          <a:prstGeom prst="rect">
            <a:avLst/>
          </a:prstGeom>
          <a:noFill/>
        </p:spPr>
        <p:txBody>
          <a:bodyPr wrap="square" rtlCol="0">
            <a:spAutoFit/>
          </a:bodyPr>
          <a:lstStyle/>
          <a:p>
            <a:r>
              <a:rPr lang="en-IN" sz="1900" dirty="0"/>
              <a:t>6.Users, Feedback log in admin dashboard </a:t>
            </a:r>
          </a:p>
        </p:txBody>
      </p:sp>
    </p:spTree>
    <p:extLst>
      <p:ext uri="{BB962C8B-B14F-4D97-AF65-F5344CB8AC3E}">
        <p14:creationId xmlns:p14="http://schemas.microsoft.com/office/powerpoint/2010/main" val="66332589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9B1A3-7194-C1B5-C9C9-3E1B65B721C7}"/>
              </a:ext>
            </a:extLst>
          </p:cNvPr>
          <p:cNvSpPr>
            <a:spLocks noGrp="1"/>
          </p:cNvSpPr>
          <p:nvPr>
            <p:ph type="title"/>
          </p:nvPr>
        </p:nvSpPr>
        <p:spPr>
          <a:xfrm>
            <a:off x="581192" y="463069"/>
            <a:ext cx="11029616" cy="988332"/>
          </a:xfrm>
        </p:spPr>
        <p:txBody>
          <a:bodyPr/>
          <a:lstStyle/>
          <a:p>
            <a:r>
              <a:rPr lang="en-IN" dirty="0"/>
              <a:t>result</a:t>
            </a:r>
          </a:p>
        </p:txBody>
      </p:sp>
      <p:pic>
        <p:nvPicPr>
          <p:cNvPr id="7" name="Content Placeholder 6">
            <a:extLst>
              <a:ext uri="{FF2B5EF4-FFF2-40B4-BE49-F238E27FC236}">
                <a16:creationId xmlns:a16="http://schemas.microsoft.com/office/drawing/2014/main" id="{9141270F-69A5-D452-73F3-BF586FFCC20B}"/>
              </a:ext>
            </a:extLst>
          </p:cNvPr>
          <p:cNvPicPr>
            <a:picLocks noGrp="1" noChangeAspect="1"/>
          </p:cNvPicPr>
          <p:nvPr>
            <p:ph sz="half" idx="1"/>
          </p:nvPr>
        </p:nvPicPr>
        <p:blipFill>
          <a:blip r:embed="rId2"/>
          <a:srcRect t="10041"/>
          <a:stretch>
            <a:fillRect/>
          </a:stretch>
        </p:blipFill>
        <p:spPr>
          <a:xfrm>
            <a:off x="1752600" y="1608665"/>
            <a:ext cx="8686800" cy="4591051"/>
          </a:xfrm>
          <a:prstGeom prst="rect">
            <a:avLst/>
          </a:prstGeom>
        </p:spPr>
      </p:pic>
    </p:spTree>
    <p:extLst>
      <p:ext uri="{BB962C8B-B14F-4D97-AF65-F5344CB8AC3E}">
        <p14:creationId xmlns:p14="http://schemas.microsoft.com/office/powerpoint/2010/main" val="80694565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25A27-44B9-9B99-57AD-B27159E815FD}"/>
              </a:ext>
            </a:extLst>
          </p:cNvPr>
          <p:cNvSpPr>
            <a:spLocks noGrp="1"/>
          </p:cNvSpPr>
          <p:nvPr>
            <p:ph type="title"/>
          </p:nvPr>
        </p:nvSpPr>
        <p:spPr>
          <a:xfrm>
            <a:off x="428792" y="156056"/>
            <a:ext cx="11029616" cy="1188720"/>
          </a:xfrm>
        </p:spPr>
        <p:txBody>
          <a:bodyPr>
            <a:normAutofit/>
          </a:bodyPr>
          <a:lstStyle/>
          <a:p>
            <a:r>
              <a:rPr lang="en-IN" sz="2600" dirty="0"/>
              <a:t>Conclusion</a:t>
            </a:r>
          </a:p>
        </p:txBody>
      </p:sp>
      <p:sp>
        <p:nvSpPr>
          <p:cNvPr id="4" name="Content Placeholder 3">
            <a:extLst>
              <a:ext uri="{FF2B5EF4-FFF2-40B4-BE49-F238E27FC236}">
                <a16:creationId xmlns:a16="http://schemas.microsoft.com/office/drawing/2014/main" id="{E66218D5-580D-A9D6-C08E-F9DF3704E1CD}"/>
              </a:ext>
            </a:extLst>
          </p:cNvPr>
          <p:cNvSpPr>
            <a:spLocks noGrp="1"/>
          </p:cNvSpPr>
          <p:nvPr>
            <p:ph idx="1"/>
          </p:nvPr>
        </p:nvSpPr>
        <p:spPr>
          <a:xfrm>
            <a:off x="581192" y="1563478"/>
            <a:ext cx="10877216" cy="1647082"/>
          </a:xfrm>
        </p:spPr>
        <p:txBody>
          <a:bodyPr>
            <a:normAutofit fontScale="85000" lnSpcReduction="10000"/>
          </a:bodyPr>
          <a:lstStyle/>
          <a:p>
            <a:pPr marL="0" indent="0" algn="just">
              <a:buNone/>
            </a:pPr>
            <a:r>
              <a:rPr lang="en-US" sz="1900" dirty="0"/>
              <a:t>	</a:t>
            </a:r>
            <a:r>
              <a:rPr lang="en-US" sz="2100" dirty="0" err="1"/>
              <a:t>CodeGenie</a:t>
            </a:r>
            <a:r>
              <a:rPr lang="en-US" sz="2100" dirty="0"/>
              <a:t> demonstrates the practical application of LLMs in an accessible, full-stack web environment. By accepting natural language prompts and returning syntax-highlighted, explained code across five languages, the system bridges the gap between programming intent and working implementation. Secure authentication, cascading AI fallback, a personal snippet dashboard, structured feedback collection, and a Chart.js admin analytics panel combine to deliver a cohesive, production-ready application.</a:t>
            </a:r>
          </a:p>
        </p:txBody>
      </p:sp>
      <p:sp>
        <p:nvSpPr>
          <p:cNvPr id="6" name="Title 1">
            <a:extLst>
              <a:ext uri="{FF2B5EF4-FFF2-40B4-BE49-F238E27FC236}">
                <a16:creationId xmlns:a16="http://schemas.microsoft.com/office/drawing/2014/main" id="{6F07F43C-12F7-A0C1-1F4F-EE5F994243BE}"/>
              </a:ext>
            </a:extLst>
          </p:cNvPr>
          <p:cNvSpPr txBox="1">
            <a:spLocks/>
          </p:cNvSpPr>
          <p:nvPr/>
        </p:nvSpPr>
        <p:spPr>
          <a:xfrm>
            <a:off x="504992" y="2700216"/>
            <a:ext cx="11029616" cy="118872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600" dirty="0"/>
              <a:t>Future enhancements</a:t>
            </a:r>
          </a:p>
        </p:txBody>
      </p:sp>
      <p:sp>
        <p:nvSpPr>
          <p:cNvPr id="8" name="TextBox 7">
            <a:extLst>
              <a:ext uri="{FF2B5EF4-FFF2-40B4-BE49-F238E27FC236}">
                <a16:creationId xmlns:a16="http://schemas.microsoft.com/office/drawing/2014/main" id="{B61FE1E3-5B99-2A45-DFA1-29CAA4370469}"/>
              </a:ext>
            </a:extLst>
          </p:cNvPr>
          <p:cNvSpPr txBox="1"/>
          <p:nvPr/>
        </p:nvSpPr>
        <p:spPr>
          <a:xfrm>
            <a:off x="504992" y="4157784"/>
            <a:ext cx="10586341" cy="1554272"/>
          </a:xfrm>
          <a:prstGeom prst="rect">
            <a:avLst/>
          </a:prstGeom>
          <a:noFill/>
        </p:spPr>
        <p:txBody>
          <a:bodyPr wrap="square" rtlCol="0">
            <a:spAutoFit/>
          </a:bodyPr>
          <a:lstStyle/>
          <a:p>
            <a:pPr marL="342900" indent="-342900" algn="just">
              <a:buFont typeface="Courier New" panose="02070309020205020404" pitchFamily="49" charset="0"/>
              <a:buChar char="o"/>
            </a:pPr>
            <a:r>
              <a:rPr lang="en-US" sz="1900" dirty="0"/>
              <a:t>Code Execution Sandbox: Integrate Judge0 to run generated code directly in the browser </a:t>
            </a:r>
          </a:p>
          <a:p>
            <a:pPr marL="342900" indent="-342900" algn="just">
              <a:buFont typeface="Courier New" panose="02070309020205020404" pitchFamily="49" charset="0"/>
              <a:buChar char="o"/>
            </a:pPr>
            <a:r>
              <a:rPr lang="en-US" sz="1900" dirty="0"/>
              <a:t>Snippet Search and Filtering: Search bar and language/date filters for the snippet dashboard</a:t>
            </a:r>
          </a:p>
          <a:p>
            <a:pPr marL="342900" indent="-342900" algn="just">
              <a:buFont typeface="Courier New" panose="02070309020205020404" pitchFamily="49" charset="0"/>
              <a:buChar char="o"/>
            </a:pPr>
            <a:r>
              <a:rPr lang="en-US" sz="1900" dirty="0"/>
              <a:t>OAuth Login: Google and GitHub sign-in via trusted third-party providers</a:t>
            </a:r>
          </a:p>
          <a:p>
            <a:pPr marL="342900" indent="-342900" algn="just">
              <a:buFont typeface="Courier New" panose="02070309020205020404" pitchFamily="49" charset="0"/>
              <a:buChar char="o"/>
            </a:pPr>
            <a:r>
              <a:rPr lang="en-US" sz="1900" dirty="0"/>
              <a:t>Multi-Model Selection: Expose model choice to users </a:t>
            </a:r>
          </a:p>
          <a:p>
            <a:pPr marL="342900" indent="-342900" algn="just">
              <a:buFont typeface="Courier New" panose="02070309020205020404" pitchFamily="49" charset="0"/>
              <a:buChar char="o"/>
            </a:pPr>
            <a:r>
              <a:rPr lang="en-US" sz="1900" dirty="0"/>
              <a:t>speed vs. quality trade-off - Mobile Application: React Native / Flutter wrapper for Android and iOS</a:t>
            </a:r>
            <a:endParaRPr lang="en-IN" sz="1900" dirty="0"/>
          </a:p>
        </p:txBody>
      </p:sp>
    </p:spTree>
    <p:extLst>
      <p:ext uri="{BB962C8B-B14F-4D97-AF65-F5344CB8AC3E}">
        <p14:creationId xmlns:p14="http://schemas.microsoft.com/office/powerpoint/2010/main" val="92985716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grayscl/>
            <a:extLst>
              <a:ext uri="{BEBA8EAE-BF5A-486C-A8C5-ECC9F3942E4B}">
                <a14:imgProps xmlns:a14="http://schemas.microsoft.com/office/drawing/2010/main">
                  <a14:imgLayer r:embed="rId3">
                    <a14:imgEffect>
                      <a14:colorTemperature colorTemp="11500"/>
                    </a14:imgEffect>
                    <a14:imgEffect>
                      <a14:saturation sat="0"/>
                    </a14:imgEffect>
                    <a14:imgEffect>
                      <a14:brightnessContrast bright="-46000" contrast="12000"/>
                    </a14:imgEffect>
                  </a14:imgLayer>
                </a14:imgProps>
              </a:ext>
              <a:ext uri="{837473B0-CC2E-450A-ABE3-18F120FF3D39}">
                <a1611:picAttrSrcUrl xmlns:a1611="http://schemas.microsoft.com/office/drawing/2016/11/main" r:id="rId4"/>
              </a:ext>
            </a:extLst>
          </a:blip>
          <a:srcRect/>
          <a:stretch>
            <a:fillRect/>
          </a:stretch>
        </a:blipFill>
        <a:effectLst/>
      </p:bgPr>
    </p:bg>
    <p:spTree>
      <p:nvGrpSpPr>
        <p:cNvPr id="1" name="">
          <a:extLst>
            <a:ext uri="{FF2B5EF4-FFF2-40B4-BE49-F238E27FC236}">
              <a16:creationId xmlns:a16="http://schemas.microsoft.com/office/drawing/2014/main" id="{83276920-A160-C289-0420-6C9EECF2F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9DFA7-C0C6-D4E3-CF92-FA2FA86CFBBB}"/>
              </a:ext>
            </a:extLst>
          </p:cNvPr>
          <p:cNvSpPr>
            <a:spLocks noGrp="1"/>
          </p:cNvSpPr>
          <p:nvPr>
            <p:ph type="ctrTitle"/>
          </p:nvPr>
        </p:nvSpPr>
        <p:spPr>
          <a:xfrm>
            <a:off x="740543" y="1636162"/>
            <a:ext cx="5105399" cy="1475013"/>
          </a:xfrm>
        </p:spPr>
        <p:txBody>
          <a:bodyPr>
            <a:normAutofit/>
          </a:bodyPr>
          <a:lstStyle/>
          <a:p>
            <a:r>
              <a:rPr lang="en-US" sz="5500" dirty="0">
                <a:solidFill>
                  <a:schemeClr val="bg2"/>
                </a:solidFill>
              </a:rPr>
              <a:t>THANK YOU</a:t>
            </a:r>
          </a:p>
        </p:txBody>
      </p:sp>
      <p:sp>
        <p:nvSpPr>
          <p:cNvPr id="6" name="TextBox 5">
            <a:extLst>
              <a:ext uri="{FF2B5EF4-FFF2-40B4-BE49-F238E27FC236}">
                <a16:creationId xmlns:a16="http://schemas.microsoft.com/office/drawing/2014/main" id="{5152C050-44B7-1BBD-3E77-FACA8CFBF4F2}"/>
              </a:ext>
            </a:extLst>
          </p:cNvPr>
          <p:cNvSpPr txBox="1"/>
          <p:nvPr/>
        </p:nvSpPr>
        <p:spPr>
          <a:xfrm>
            <a:off x="829880" y="2998113"/>
            <a:ext cx="3263900" cy="430887"/>
          </a:xfrm>
          <a:prstGeom prst="rect">
            <a:avLst/>
          </a:prstGeom>
          <a:noFill/>
        </p:spPr>
        <p:txBody>
          <a:bodyPr wrap="square" rtlCol="0">
            <a:spAutoFit/>
          </a:bodyPr>
          <a:lstStyle/>
          <a:p>
            <a:r>
              <a:rPr lang="en-IN" sz="2200" b="1" dirty="0">
                <a:solidFill>
                  <a:schemeClr val="bg2"/>
                </a:solidFill>
              </a:rPr>
              <a:t>SUKRUTHA BODAPALLY</a:t>
            </a:r>
          </a:p>
        </p:txBody>
      </p:sp>
    </p:spTree>
    <p:extLst>
      <p:ext uri="{BB962C8B-B14F-4D97-AF65-F5344CB8AC3E}">
        <p14:creationId xmlns:p14="http://schemas.microsoft.com/office/powerpoint/2010/main" val="3252745659"/>
      </p:ext>
    </p:extLst>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sld>
</file>

<file path=ppt/theme/theme1.xml><?xml version="1.0" encoding="utf-8"?>
<a:theme xmlns:a="http://schemas.openxmlformats.org/drawingml/2006/main" name="DividendVTI">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6D3478-2986-4664-940C-67E0CAA21E04}">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16C154-5A0F-4CDC-8C15-D2E21584649C}">
  <ds:schemaRefs>
    <ds:schemaRef ds:uri="http://schemas.microsoft.com/sharepoint/v3/contenttype/forms"/>
  </ds:schemaRefs>
</ds:datastoreItem>
</file>

<file path=customXml/itemProps3.xml><?xml version="1.0" encoding="utf-8"?>
<ds:datastoreItem xmlns:ds="http://schemas.openxmlformats.org/officeDocument/2006/customXml" ds:itemID="{956C3F92-CC28-42D8-BF09-0770755510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{C101156F-4FD7-46E9-AB24-B708490F2ED7}TFc753ccf7-4498-4ed8-94c0-86a3b9f2a1eef843efdc_win32-c66155b11087</Template>
  <TotalTime>1025</TotalTime>
  <Words>799</Words>
  <Application>Microsoft Office PowerPoint</Application>
  <PresentationFormat>Widescreen</PresentationFormat>
  <Paragraphs>78</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Courier New</vt:lpstr>
      <vt:lpstr>Franklin Gothic Book</vt:lpstr>
      <vt:lpstr>Franklin Gothic Demi</vt:lpstr>
      <vt:lpstr>Wingdings 2</vt:lpstr>
      <vt:lpstr>DividendVTI</vt:lpstr>
      <vt:lpstr>CODEGENIE</vt:lpstr>
      <vt:lpstr>INTRODUCTION</vt:lpstr>
      <vt:lpstr>MILESTONE OVERVIEW</vt:lpstr>
      <vt:lpstr>Tech stack overview</vt:lpstr>
      <vt:lpstr>System architecture </vt:lpstr>
      <vt:lpstr>PowerPoint Presentation</vt:lpstr>
      <vt:lpstr>Key features</vt:lpstr>
      <vt:lpstr>WORKING MODEL</vt:lpstr>
      <vt:lpstr>PowerPoint Presentation</vt:lpstr>
      <vt:lpstr>PowerPoint Presentation</vt:lpstr>
      <vt:lpstr>PowerPoint Presentation</vt:lpstr>
      <vt:lpstr>PowerPoint Presentation</vt:lpstr>
      <vt:lpstr>PowerPoint Presentation</vt:lpstr>
      <vt:lpstr>result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Sukrutha Bodapally</dc:creator>
  <cp:lastModifiedBy>Sukrutha Bodapally</cp:lastModifiedBy>
  <cp:revision>13</cp:revision>
  <dcterms:created xsi:type="dcterms:W3CDTF">2026-03-07T06:03:04Z</dcterms:created>
  <dcterms:modified xsi:type="dcterms:W3CDTF">2026-03-20T14:20:35Z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